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6.svg" ContentType="image/svg+xml"/>
  <Override PartName="/ppt/media/image1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8" r:id="rId1"/>
  </p:sldMasterIdLst>
  <p:notesMasterIdLst>
    <p:notesMasterId r:id="rId13"/>
  </p:notesMasterIdLst>
  <p:handoutMasterIdLst>
    <p:handoutMasterId r:id="rId14"/>
  </p:handoutMasterIdLst>
  <p:sldIdLst>
    <p:sldId id="257" r:id="rId2"/>
    <p:sldId id="258" r:id="rId3"/>
    <p:sldId id="267" r:id="rId4"/>
    <p:sldId id="268" r:id="rId5"/>
    <p:sldId id="266" r:id="rId6"/>
    <p:sldId id="262" r:id="rId7"/>
    <p:sldId id="259" r:id="rId8"/>
    <p:sldId id="260" r:id="rId9"/>
    <p:sldId id="264" r:id="rId10"/>
    <p:sldId id="261" r:id="rId11"/>
    <p:sldId id="265" r:id="rId12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36">
          <p15:clr>
            <a:srgbClr val="A4A3A4"/>
          </p15:clr>
        </p15:guide>
        <p15:guide id="2" orient="horz" pos="391">
          <p15:clr>
            <a:srgbClr val="A4A3A4"/>
          </p15:clr>
        </p15:guide>
        <p15:guide id="3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279" autoAdjust="0"/>
    <p:restoredTop sz="96327" autoAdjust="0"/>
  </p:normalViewPr>
  <p:slideViewPr>
    <p:cSldViewPr snapToGrid="0" showGuides="1">
      <p:cViewPr varScale="1">
        <p:scale>
          <a:sx n="127" d="100"/>
          <a:sy n="127" d="100"/>
        </p:scale>
        <p:origin x="384" y="192"/>
      </p:cViewPr>
      <p:guideLst>
        <p:guide orient="horz" pos="936"/>
        <p:guide orient="horz" pos="391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78" d="100"/>
          <a:sy n="78" d="100"/>
        </p:scale>
        <p:origin x="3954" y="1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Pladsholder til dato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8F9E11-F642-4BF2-B4DC-AF7D35EA7551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A371A3-64EC-4735-8565-D99D7827967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9271417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72A38B-F9FA-4036-A084-652409E98F08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436F85-577F-4A92-A47F-D540A2BCC82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8091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7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8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designguide.ku.dk/skabeloner/powerpoint/praesentationer/" TargetMode="External"/><Relationship Id="rId3" Type="http://schemas.openxmlformats.org/officeDocument/2006/relationships/image" Target="../media/image10.png"/><Relationship Id="rId4" Type="http://schemas.openxmlformats.org/officeDocument/2006/relationships/hyperlink" Target="https://image.ku.dk/shared/aZwD18034DnM3TYEw9XagEF6kxI6MLkV" TargetMode="External"/><Relationship Id="rId5" Type="http://schemas.openxmlformats.org/officeDocument/2006/relationships/hyperlink" Target="https://designguide.ku.dk/skabeloner/powerpoint/praesentationer/" TargetMode="External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eal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/>
          <p:cNvSpPr/>
          <p:nvPr userDrawn="1"/>
        </p:nvSpPr>
        <p:spPr>
          <a:xfrm>
            <a:off x="0" y="0"/>
            <a:ext cx="12198350" cy="6858000"/>
          </a:xfrm>
          <a:prstGeom prst="rect">
            <a:avLst/>
          </a:prstGeom>
          <a:gradFill flip="none" rotWithShape="1">
            <a:gsLst>
              <a:gs pos="0">
                <a:srgbClr val="DDDDDD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661"/>
          <a:stretch/>
        </p:blipFill>
        <p:spPr>
          <a:xfrm>
            <a:off x="1733575" y="-6016"/>
            <a:ext cx="10465859" cy="6858000"/>
          </a:xfrm>
          <a:prstGeom prst="rect">
            <a:avLst/>
          </a:prstGeom>
        </p:spPr>
      </p:pic>
      <p:sp>
        <p:nvSpPr>
          <p:cNvPr id="20" name="Titel 2">
            <a:extLst>
              <a:ext uri="{FF2B5EF4-FFF2-40B4-BE49-F238E27FC236}">
                <a16:creationId xmlns:a16="http://schemas.microsoft.com/office/drawing/2014/main" id="{916BA171-A8D6-BD97-B474-75F02EF18B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71092"/>
            <a:ext cx="5959476" cy="3895200"/>
          </a:xfrm>
          <a:blipFill>
            <a:blip r:embed="rId3"/>
            <a:stretch>
              <a:fillRect/>
            </a:stretch>
          </a:blipFill>
        </p:spPr>
        <p:txBody>
          <a:bodyPr lIns="540000" tIns="468000" rIns="360000" bIns="2340000" anchor="b" anchorCtr="0">
            <a:noAutofit/>
          </a:bodyPr>
          <a:lstStyle>
            <a:lvl1pPr algn="l">
              <a:lnSpc>
                <a:spcPts val="4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en-GB" dirty="0"/>
          </a:p>
        </p:txBody>
      </p:sp>
      <p:sp>
        <p:nvSpPr>
          <p:cNvPr id="10" name="Titel 1"/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2610941"/>
            <a:ext cx="4946649" cy="1109335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15" name="Pladsholder til tekst 14"/>
          <p:cNvSpPr>
            <a:spLocks noGrp="1"/>
          </p:cNvSpPr>
          <p:nvPr>
            <p:ph type="body" sz="quarter" idx="13" hasCustomPrompt="1"/>
          </p:nvPr>
        </p:nvSpPr>
        <p:spPr>
          <a:xfrm>
            <a:off x="588963" y="4053600"/>
            <a:ext cx="4946649" cy="899766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GB" dirty="0"/>
              <a:t>Name of speaker, UCPH unit, place and date</a:t>
            </a:r>
            <a:br>
              <a:rPr lang="en-GB" dirty="0"/>
            </a:br>
            <a:endParaRPr lang="en-GB" dirty="0"/>
          </a:p>
        </p:txBody>
      </p:sp>
      <p:sp>
        <p:nvSpPr>
          <p:cNvPr id="4" name="Pladsholder til dato 3" hidden="1"/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664F7F37-C978-4070-A8C9-9984E7C2ABE6}" type="datetime1">
              <a:rPr lang="en-GB" smtClean="0"/>
              <a:t>18/05/2026</a:t>
            </a:fld>
            <a:endParaRPr lang="en-GB" dirty="0"/>
          </a:p>
        </p:txBody>
      </p:sp>
      <p:sp>
        <p:nvSpPr>
          <p:cNvPr id="5" name="Pladsholder til sidefod 4" hidden="1"/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6" name="Pladsholder til slidenummer 5" hidden="1"/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91A926C-488A-4E3E-9C21-57CAA120E114}" type="slidenum">
              <a:rPr lang="en-GB" smtClean="0"/>
              <a:pPr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90682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eal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12198350" cy="6858000"/>
          </a:xfrm>
          <a:prstGeom prst="rect">
            <a:avLst/>
          </a:prstGeom>
          <a:gradFill flip="none" rotWithShape="1">
            <a:gsLst>
              <a:gs pos="0">
                <a:srgbClr val="DDDDDD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8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661"/>
          <a:stretch/>
        </p:blipFill>
        <p:spPr>
          <a:xfrm>
            <a:off x="1733575" y="-6016"/>
            <a:ext cx="10465859" cy="6858000"/>
          </a:xfrm>
          <a:prstGeom prst="rect">
            <a:avLst/>
          </a:prstGeom>
        </p:spPr>
      </p:pic>
      <p:sp>
        <p:nvSpPr>
          <p:cNvPr id="11" name="Titel 2">
            <a:extLst>
              <a:ext uri="{FF2B5EF4-FFF2-40B4-BE49-F238E27FC236}">
                <a16:creationId xmlns:a16="http://schemas.microsoft.com/office/drawing/2014/main" id="{F3CC8A4E-DD42-3359-871D-73651337223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691815"/>
            <a:ext cx="5959476" cy="5474035"/>
          </a:xfrm>
          <a:blipFill>
            <a:blip r:embed="rId3"/>
            <a:stretch>
              <a:fillRect/>
            </a:stretch>
          </a:blipFill>
        </p:spPr>
        <p:txBody>
          <a:bodyPr lIns="540000" tIns="468000" rIns="360000" bIns="3384000" anchor="b" anchorCtr="0">
            <a:noAutofit/>
          </a:bodyPr>
          <a:lstStyle>
            <a:lvl1pPr algn="l">
              <a:lnSpc>
                <a:spcPct val="9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master</a:t>
            </a:r>
          </a:p>
        </p:txBody>
      </p:sp>
      <p:sp>
        <p:nvSpPr>
          <p:cNvPr id="12" name="Titel 1"/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1020200"/>
            <a:ext cx="4946649" cy="1345417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37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588964" y="3007285"/>
            <a:ext cx="4946648" cy="726435"/>
          </a:xfrm>
        </p:spPr>
        <p:txBody>
          <a:bodyPr rIns="0">
            <a:noAutofit/>
          </a:bodyPr>
          <a:lstStyle>
            <a:lvl1pPr marL="0" indent="0" algn="l">
              <a:lnSpc>
                <a:spcPct val="100000"/>
              </a:lnSpc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38" name="Pladsholder til tekst 14"/>
          <p:cNvSpPr>
            <a:spLocks noGrp="1"/>
          </p:cNvSpPr>
          <p:nvPr>
            <p:ph type="body" sz="quarter" idx="13" hasCustomPrompt="1"/>
          </p:nvPr>
        </p:nvSpPr>
        <p:spPr>
          <a:xfrm>
            <a:off x="588963" y="4053600"/>
            <a:ext cx="4946649" cy="899766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GB" dirty="0"/>
              <a:t>Name of speaker, UCPH unit, place and date</a:t>
            </a:r>
          </a:p>
        </p:txBody>
      </p:sp>
      <p:sp>
        <p:nvSpPr>
          <p:cNvPr id="4" name="Pladsholder til dato 3" hidden="1"/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41282B6A-0E05-4999-B083-B58431580830}" type="datetime1">
              <a:rPr lang="en-GB" smtClean="0"/>
              <a:t>18/05/2026</a:t>
            </a:fld>
            <a:endParaRPr lang="en-GB" dirty="0"/>
          </a:p>
        </p:txBody>
      </p:sp>
      <p:sp>
        <p:nvSpPr>
          <p:cNvPr id="5" name="Pladsholder til sidefod 4" hidden="1"/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6" name="Pladsholder til slidenummer 5" hidden="1"/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91A926C-488A-4E3E-9C21-57CAA120E114}" type="slidenum">
              <a:rPr lang="en-GB" smtClean="0"/>
              <a:pPr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1795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image small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lIns="1080000" tIns="0" rIns="6408000" anchor="ctr" anchorCtr="0"/>
          <a:lstStyle>
            <a:lvl1pPr marL="0" indent="0" algn="r">
              <a:buNone/>
              <a:defRPr sz="2400" b="1" i="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Click icon to insert image  </a:t>
            </a:r>
          </a:p>
        </p:txBody>
      </p:sp>
      <p:sp>
        <p:nvSpPr>
          <p:cNvPr id="11" name="Titel 2">
            <a:extLst>
              <a:ext uri="{FF2B5EF4-FFF2-40B4-BE49-F238E27FC236}">
                <a16:creationId xmlns:a16="http://schemas.microsoft.com/office/drawing/2014/main" id="{A35AA5B6-111C-4735-AFC4-EBC2CB1BF4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43638" y="2271092"/>
            <a:ext cx="5948362" cy="3895200"/>
          </a:xfrm>
          <a:blipFill>
            <a:blip r:embed="rId3"/>
            <a:stretch>
              <a:fillRect/>
            </a:stretch>
          </a:blipFill>
        </p:spPr>
        <p:txBody>
          <a:bodyPr lIns="360000" tIns="468000" rIns="540000" bIns="2448000" anchor="b" anchorCtr="0">
            <a:noAutofit/>
          </a:bodyPr>
          <a:lstStyle>
            <a:lvl1pPr algn="l">
              <a:lnSpc>
                <a:spcPts val="4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en-GB" dirty="0"/>
          </a:p>
        </p:txBody>
      </p:sp>
      <p:sp>
        <p:nvSpPr>
          <p:cNvPr id="10" name="Titel 1"/>
          <p:cNvSpPr>
            <a:spLocks noGrp="1"/>
          </p:cNvSpPr>
          <p:nvPr>
            <p:ph type="body" sz="quarter" idx="15" hasCustomPrompt="1"/>
          </p:nvPr>
        </p:nvSpPr>
        <p:spPr>
          <a:xfrm>
            <a:off x="6622258" y="2610941"/>
            <a:ext cx="4962920" cy="1109335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="0" i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9" name="Pladsholder til tekst 14"/>
          <p:cNvSpPr>
            <a:spLocks noGrp="1"/>
          </p:cNvSpPr>
          <p:nvPr>
            <p:ph type="body" sz="quarter" idx="13" hasCustomPrompt="1"/>
          </p:nvPr>
        </p:nvSpPr>
        <p:spPr>
          <a:xfrm>
            <a:off x="6622257" y="4053600"/>
            <a:ext cx="4979193" cy="899766"/>
          </a:xfrm>
        </p:spPr>
        <p:txBody>
          <a:bodyPr r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 baseline="0"/>
            </a:lvl1pPr>
          </a:lstStyle>
          <a:p>
            <a:pPr lvl="0"/>
            <a:r>
              <a:rPr lang="en-GB" dirty="0"/>
              <a:t>Name of speaker, UCPH unit, place and date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3ECB2203-00D5-4F87-8F9D-D0B17AC42B67}" type="datetime1">
              <a:rPr lang="en-GB" smtClean="0"/>
              <a:t>18/05/2026</a:t>
            </a:fld>
            <a:endParaRPr lang="en-GB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91A926C-488A-4E3E-9C21-57CAA120E114}" type="slidenum">
              <a:rPr lang="en-GB" smtClean="0"/>
              <a:pPr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29679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image lar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lIns="1080000" tIns="0" rIns="6408000" anchor="ctr" anchorCtr="0"/>
          <a:lstStyle>
            <a:lvl1pPr marL="0" indent="0" algn="r">
              <a:buNone/>
              <a:defRPr sz="2400" b="1" i="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Click icon to insert image   </a:t>
            </a:r>
          </a:p>
        </p:txBody>
      </p:sp>
      <p:sp>
        <p:nvSpPr>
          <p:cNvPr id="17" name="Titel 2">
            <a:extLst>
              <a:ext uri="{FF2B5EF4-FFF2-40B4-BE49-F238E27FC236}">
                <a16:creationId xmlns:a16="http://schemas.microsoft.com/office/drawing/2014/main" id="{5841F5BD-07B0-188F-6A65-1A9CB910752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43638" y="691815"/>
            <a:ext cx="5948362" cy="5474035"/>
          </a:xfrm>
          <a:blipFill>
            <a:blip r:embed="rId3"/>
            <a:stretch>
              <a:fillRect/>
            </a:stretch>
          </a:blipFill>
        </p:spPr>
        <p:txBody>
          <a:bodyPr lIns="360000" tIns="468000" rIns="540000" bIns="3384000" anchor="b" anchorCtr="0">
            <a:noAutofit/>
          </a:bodyPr>
          <a:lstStyle>
            <a:lvl1pPr algn="l">
              <a:lnSpc>
                <a:spcPts val="4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master</a:t>
            </a:r>
          </a:p>
        </p:txBody>
      </p:sp>
      <p:sp>
        <p:nvSpPr>
          <p:cNvPr id="12" name="Pladsholder til tekst 14">
            <a:extLst>
              <a:ext uri="{FF2B5EF4-FFF2-40B4-BE49-F238E27FC236}">
                <a16:creationId xmlns:a16="http://schemas.microsoft.com/office/drawing/2014/main" id="{7AF680B5-5F7B-7C42-BF08-E9B604FEDF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22257" y="4053600"/>
            <a:ext cx="4979193" cy="899766"/>
          </a:xfrm>
        </p:spPr>
        <p:txBody>
          <a:bodyPr rIns="0">
            <a:noAutofit/>
          </a:bodyPr>
          <a:lstStyle>
            <a:lvl1pPr marL="0" indent="0">
              <a:spcBef>
                <a:spcPts val="0"/>
              </a:spcBef>
              <a:buNone/>
              <a:defRPr sz="1800" b="0" i="0" baseline="0"/>
            </a:lvl1pPr>
          </a:lstStyle>
          <a:p>
            <a:pPr lvl="0"/>
            <a:r>
              <a:rPr lang="en-GB" dirty="0"/>
              <a:t>Name of speaker, UCPH unit, place and date</a:t>
            </a:r>
          </a:p>
        </p:txBody>
      </p:sp>
      <p:sp>
        <p:nvSpPr>
          <p:cNvPr id="13" name="Undertitel 2">
            <a:extLst>
              <a:ext uri="{FF2B5EF4-FFF2-40B4-BE49-F238E27FC236}">
                <a16:creationId xmlns:a16="http://schemas.microsoft.com/office/drawing/2014/main" id="{E8639E81-1331-644F-9855-3A9C253754A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22257" y="3007285"/>
            <a:ext cx="4979193" cy="726435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2400" b="0" i="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B7A6A120-00EE-3144-9AB3-0695A4240B4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22257" y="1020200"/>
            <a:ext cx="4977606" cy="1345417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="0" i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10" name="Pladsholder til dato 3" hidden="1">
            <a:extLst>
              <a:ext uri="{FF2B5EF4-FFF2-40B4-BE49-F238E27FC236}">
                <a16:creationId xmlns:a16="http://schemas.microsoft.com/office/drawing/2014/main" id="{5D6F800E-E8DB-D1E9-A292-CDCB828E80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D700EDC7-A33F-4ACB-87EF-882B537199F0}" type="datetime1">
              <a:rPr lang="en-GB" smtClean="0"/>
              <a:t>18/05/2026</a:t>
            </a:fld>
            <a:endParaRPr lang="en-GB" dirty="0"/>
          </a:p>
        </p:txBody>
      </p:sp>
      <p:sp>
        <p:nvSpPr>
          <p:cNvPr id="15" name="Pladsholder til sidefod 4" hidden="1">
            <a:extLst>
              <a:ext uri="{FF2B5EF4-FFF2-40B4-BE49-F238E27FC236}">
                <a16:creationId xmlns:a16="http://schemas.microsoft.com/office/drawing/2014/main" id="{75F96715-1FD5-51ED-7CC1-42E30D082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16" name="Pladsholder til slidenummer 5" hidden="1">
            <a:extLst>
              <a:ext uri="{FF2B5EF4-FFF2-40B4-BE49-F238E27FC236}">
                <a16:creationId xmlns:a16="http://schemas.microsoft.com/office/drawing/2014/main" id="{FF7B57F8-B201-8F25-4597-86F1EE0AF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91A926C-488A-4E3E-9C21-57CAA120E114}" type="slidenum">
              <a:rPr lang="en-GB" smtClean="0"/>
              <a:pPr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09872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image small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75000"/>
            </a:schemeClr>
          </a:solidFill>
        </p:spPr>
        <p:txBody>
          <a:bodyPr lIns="6408000" tIns="0" rIns="72000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a-DK" sz="2400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 Click icon to insert image</a:t>
            </a:r>
          </a:p>
        </p:txBody>
      </p:sp>
      <p:sp>
        <p:nvSpPr>
          <p:cNvPr id="13" name="Titel 2">
            <a:extLst>
              <a:ext uri="{FF2B5EF4-FFF2-40B4-BE49-F238E27FC236}">
                <a16:creationId xmlns:a16="http://schemas.microsoft.com/office/drawing/2014/main" id="{A98E7E85-8DE3-687D-4837-DB9872BFCE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71092"/>
            <a:ext cx="5959476" cy="3895200"/>
          </a:xfrm>
          <a:blipFill>
            <a:blip r:embed="rId2"/>
            <a:stretch>
              <a:fillRect/>
            </a:stretch>
          </a:blipFill>
        </p:spPr>
        <p:txBody>
          <a:bodyPr lIns="540000" tIns="468000" rIns="360000" bIns="2340000" anchor="b" anchorCtr="0">
            <a:noAutofit/>
          </a:bodyPr>
          <a:lstStyle>
            <a:lvl1pPr algn="l">
              <a:lnSpc>
                <a:spcPts val="4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en-GB" dirty="0"/>
          </a:p>
        </p:txBody>
      </p:sp>
      <p:sp>
        <p:nvSpPr>
          <p:cNvPr id="9" name="Titel 1"/>
          <p:cNvSpPr>
            <a:spLocks noGrp="1"/>
          </p:cNvSpPr>
          <p:nvPr>
            <p:ph type="body" sz="quarter" idx="15" hasCustomPrompt="1"/>
          </p:nvPr>
        </p:nvSpPr>
        <p:spPr>
          <a:xfrm>
            <a:off x="587375" y="2610941"/>
            <a:ext cx="4946649" cy="1109335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26" name="Pladsholder til tekst 14"/>
          <p:cNvSpPr>
            <a:spLocks noGrp="1"/>
          </p:cNvSpPr>
          <p:nvPr>
            <p:ph type="body" sz="quarter" idx="13" hasCustomPrompt="1"/>
          </p:nvPr>
        </p:nvSpPr>
        <p:spPr>
          <a:xfrm>
            <a:off x="588963" y="4042705"/>
            <a:ext cx="4983162" cy="899766"/>
          </a:xfrm>
        </p:spPr>
        <p:txBody>
          <a:bodyPr rIns="0">
            <a:noAutofit/>
          </a:bodyPr>
          <a:lstStyle>
            <a:lvl1pPr marL="0" indent="0"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GB" dirty="0"/>
              <a:t>Name of speaker, UCPH unit, place and date</a:t>
            </a:r>
          </a:p>
        </p:txBody>
      </p:sp>
      <p:sp>
        <p:nvSpPr>
          <p:cNvPr id="10" name="Pladsholder til dato 3" hidden="1">
            <a:extLst>
              <a:ext uri="{FF2B5EF4-FFF2-40B4-BE49-F238E27FC236}">
                <a16:creationId xmlns:a16="http://schemas.microsoft.com/office/drawing/2014/main" id="{1570F19F-11E9-F8A1-DCD4-0B2BD4223D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6732F916-FBB8-40A8-BEA6-3A387B65F474}" type="datetime1">
              <a:rPr lang="en-GB" smtClean="0"/>
              <a:t>18/05/2026</a:t>
            </a:fld>
            <a:endParaRPr lang="en-GB" dirty="0"/>
          </a:p>
        </p:txBody>
      </p:sp>
      <p:sp>
        <p:nvSpPr>
          <p:cNvPr id="11" name="Pladsholder til sidefod 4" hidden="1">
            <a:extLst>
              <a:ext uri="{FF2B5EF4-FFF2-40B4-BE49-F238E27FC236}">
                <a16:creationId xmlns:a16="http://schemas.microsoft.com/office/drawing/2014/main" id="{B7D930ED-6F01-0E90-6740-D9E50AA5B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12" name="Pladsholder til slidenummer 5" hidden="1">
            <a:extLst>
              <a:ext uri="{FF2B5EF4-FFF2-40B4-BE49-F238E27FC236}">
                <a16:creationId xmlns:a16="http://schemas.microsoft.com/office/drawing/2014/main" id="{ADD5A7A0-1930-6FDD-F270-B46368D36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91A926C-488A-4E3E-9C21-57CAA120E114}" type="slidenum">
              <a:rPr lang="en-GB" smtClean="0"/>
              <a:pPr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67803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image lar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75000"/>
            </a:schemeClr>
          </a:solidFill>
        </p:spPr>
        <p:txBody>
          <a:bodyPr lIns="6408000" tIns="0" rIns="720000" anchor="ctr" anchorCtr="0"/>
          <a:lstStyle>
            <a:lvl1pPr marL="0" indent="0" algn="l">
              <a:buNone/>
              <a:defRPr sz="240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 Click icon to insert image</a:t>
            </a:r>
          </a:p>
        </p:txBody>
      </p:sp>
      <p:sp>
        <p:nvSpPr>
          <p:cNvPr id="16" name="Titel 2">
            <a:extLst>
              <a:ext uri="{FF2B5EF4-FFF2-40B4-BE49-F238E27FC236}">
                <a16:creationId xmlns:a16="http://schemas.microsoft.com/office/drawing/2014/main" id="{92A049D1-BE16-6369-9C11-6D9136DAE0D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691815"/>
            <a:ext cx="5959476" cy="5474035"/>
          </a:xfrm>
          <a:blipFill>
            <a:blip r:embed="rId2"/>
            <a:stretch>
              <a:fillRect/>
            </a:stretch>
          </a:blipFill>
        </p:spPr>
        <p:txBody>
          <a:bodyPr lIns="540000" tIns="468000" rIns="360000" bIns="3384000" anchor="b" anchorCtr="0">
            <a:noAutofit/>
          </a:bodyPr>
          <a:lstStyle>
            <a:lvl1pPr algn="l">
              <a:lnSpc>
                <a:spcPct val="9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master</a:t>
            </a:r>
          </a:p>
        </p:txBody>
      </p:sp>
      <p:sp>
        <p:nvSpPr>
          <p:cNvPr id="12" name="Titel 1"/>
          <p:cNvSpPr>
            <a:spLocks noGrp="1"/>
          </p:cNvSpPr>
          <p:nvPr>
            <p:ph type="body" sz="quarter" idx="15" hasCustomPrompt="1"/>
          </p:nvPr>
        </p:nvSpPr>
        <p:spPr>
          <a:xfrm>
            <a:off x="587375" y="1020200"/>
            <a:ext cx="4946649" cy="1345417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9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588962" y="3007285"/>
            <a:ext cx="4946649" cy="726435"/>
          </a:xfrm>
        </p:spPr>
        <p:txBody>
          <a:bodyPr rIns="0">
            <a:noAutofit/>
          </a:bodyPr>
          <a:lstStyle>
            <a:lvl1pPr marL="0" indent="0" algn="l">
              <a:lnSpc>
                <a:spcPct val="100000"/>
              </a:lnSpc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11" name="Pladsholder til tekst 14"/>
          <p:cNvSpPr>
            <a:spLocks noGrp="1"/>
          </p:cNvSpPr>
          <p:nvPr>
            <p:ph type="body" sz="quarter" idx="13" hasCustomPrompt="1"/>
          </p:nvPr>
        </p:nvSpPr>
        <p:spPr>
          <a:xfrm>
            <a:off x="588962" y="4053600"/>
            <a:ext cx="4946650" cy="899766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GB" dirty="0"/>
              <a:t>Name of speaker, UCPH unit, place and date</a:t>
            </a:r>
          </a:p>
        </p:txBody>
      </p:sp>
      <p:sp>
        <p:nvSpPr>
          <p:cNvPr id="13" name="Pladsholder til dato 3" hidden="1">
            <a:extLst>
              <a:ext uri="{FF2B5EF4-FFF2-40B4-BE49-F238E27FC236}">
                <a16:creationId xmlns:a16="http://schemas.microsoft.com/office/drawing/2014/main" id="{B280A661-856C-E622-1331-CDB60AB086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6C2548D2-4180-4C59-97F2-D3D2E14098F1}" type="datetime1">
              <a:rPr lang="en-GB" smtClean="0"/>
              <a:t>18/05/2026</a:t>
            </a:fld>
            <a:endParaRPr lang="en-GB" dirty="0"/>
          </a:p>
        </p:txBody>
      </p:sp>
      <p:sp>
        <p:nvSpPr>
          <p:cNvPr id="14" name="Pladsholder til sidefod 4" hidden="1">
            <a:extLst>
              <a:ext uri="{FF2B5EF4-FFF2-40B4-BE49-F238E27FC236}">
                <a16:creationId xmlns:a16="http://schemas.microsoft.com/office/drawing/2014/main" id="{82F7776B-57AF-971B-A75B-223AFE263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15" name="Pladsholder til slidenummer 5" hidden="1">
            <a:extLst>
              <a:ext uri="{FF2B5EF4-FFF2-40B4-BE49-F238E27FC236}">
                <a16:creationId xmlns:a16="http://schemas.microsoft.com/office/drawing/2014/main" id="{EFF41101-1901-1836-D8DB-6C08E169D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91A926C-488A-4E3E-9C21-57CAA120E114}" type="slidenum">
              <a:rPr lang="en-GB" smtClean="0"/>
              <a:pPr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29081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3" y="620714"/>
            <a:ext cx="11012488" cy="863599"/>
          </a:xfrm>
        </p:spPr>
        <p:txBody>
          <a:bodyPr/>
          <a:lstStyle>
            <a:lvl1pPr>
              <a:defRPr b="0" i="0" baseline="0"/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 hasCustomPrompt="1"/>
          </p:nvPr>
        </p:nvSpPr>
        <p:spPr>
          <a:xfrm>
            <a:off x="588963" y="1628775"/>
            <a:ext cx="11012488" cy="4673600"/>
          </a:xfrm>
        </p:spPr>
        <p:txBody>
          <a:bodyPr vert="horz" lIns="0" tIns="0" rIns="0" bIns="0" rtlCol="0">
            <a:noAutofit/>
          </a:bodyPr>
          <a:lstStyle>
            <a:lvl1pPr>
              <a:defRPr lang="da-DK" b="0" i="0" baseline="0" dirty="0" smtClean="0"/>
            </a:lvl1pPr>
            <a:lvl2pPr>
              <a:defRPr lang="da-DK" b="0" i="0" baseline="0" dirty="0" smtClean="0"/>
            </a:lvl2pPr>
            <a:lvl3pPr>
              <a:defRPr lang="da-DK" b="0" i="0" baseline="0" dirty="0" smtClean="0"/>
            </a:lvl3pPr>
            <a:lvl4pPr marL="719138" indent="0">
              <a:buNone/>
              <a:defRPr/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 err="1"/>
              <a:t>Andet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Tredje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A8A8-9DAA-499A-8FC3-E3166163C612}" type="datetime1">
              <a:rPr lang="en-GB" smtClean="0"/>
              <a:t>18/05/2026</a:t>
            </a:fld>
            <a:endParaRPr lang="en-GB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96859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and two content 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4" y="620714"/>
            <a:ext cx="11012486" cy="865186"/>
          </a:xfrm>
        </p:spPr>
        <p:txBody>
          <a:bodyPr/>
          <a:lstStyle>
            <a:lvl1pPr>
              <a:defRPr b="0" i="0" baseline="0"/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588964" y="1628775"/>
            <a:ext cx="5356800" cy="4672800"/>
          </a:xfrm>
        </p:spPr>
        <p:txBody>
          <a:bodyPr vert="horz" lIns="0" tIns="0" rIns="0" bIns="0" rtlCol="0">
            <a:noAutofit/>
          </a:bodyPr>
          <a:lstStyle>
            <a:lvl1pPr>
              <a:defRPr lang="da-DK" b="0" i="0" baseline="0" dirty="0" smtClean="0"/>
            </a:lvl1pPr>
            <a:lvl2pPr>
              <a:defRPr lang="da-DK" b="0" i="0" baseline="0" dirty="0" smtClean="0"/>
            </a:lvl2pPr>
            <a:lvl3pPr>
              <a:defRPr lang="da-DK" b="0" i="0" baseline="0" dirty="0" smtClean="0"/>
            </a:lvl3pPr>
            <a:lvl4pPr>
              <a:defRPr lang="da-DK" b="0" i="0" baseline="0" dirty="0" smtClean="0"/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 err="1"/>
              <a:t>Andet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Tredje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3"/>
            <a:endParaRPr lang="en-GB" dirty="0"/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 hasCustomPrompt="1"/>
          </p:nvPr>
        </p:nvSpPr>
        <p:spPr>
          <a:xfrm>
            <a:off x="6246000" y="1628776"/>
            <a:ext cx="5356800" cy="4672800"/>
          </a:xfrm>
        </p:spPr>
        <p:txBody>
          <a:bodyPr vert="horz" lIns="0" tIns="0" rIns="0" bIns="0" rtlCol="0">
            <a:noAutofit/>
          </a:bodyPr>
          <a:lstStyle>
            <a:lvl1pPr>
              <a:defRPr lang="da-DK" b="0" i="0" baseline="0" dirty="0" smtClean="0"/>
            </a:lvl1pPr>
            <a:lvl2pPr>
              <a:defRPr lang="da-DK" b="0" i="0" baseline="0" dirty="0" smtClean="0"/>
            </a:lvl2pPr>
            <a:lvl3pPr>
              <a:defRPr lang="da-DK" b="0" i="0" baseline="0" dirty="0" smtClean="0"/>
            </a:lvl3pPr>
            <a:lvl4pPr marL="719138" indent="0">
              <a:buNone/>
              <a:defRPr lang="da-DK" dirty="0" smtClean="0"/>
            </a:lvl4pPr>
            <a:lvl5pPr>
              <a:defRPr lang="da-DK" dirty="0"/>
            </a:lvl5pPr>
            <a:lvl8pPr marL="719138" indent="0">
              <a:buNone/>
              <a:defRPr/>
            </a:lvl8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 err="1"/>
              <a:t>Andet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Tredje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4B30B-D853-4AE6-9B99-718FF91CCB22}" type="datetime1">
              <a:rPr lang="en-GB" smtClean="0"/>
              <a:t>18/05/2026</a:t>
            </a:fld>
            <a:endParaRPr lang="en-GB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549679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4" userDrawn="1">
          <p15:clr>
            <a:srgbClr val="F26B43"/>
          </p15:clr>
        </p15:guide>
        <p15:guide id="2" pos="3746" userDrawn="1">
          <p15:clr>
            <a:srgbClr val="F26B43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6244651" y="1628775"/>
            <a:ext cx="5356800" cy="4672800"/>
          </a:xfrm>
          <a:solidFill>
            <a:schemeClr val="bg1">
              <a:lumMod val="75000"/>
            </a:schemeClr>
          </a:solidFill>
        </p:spPr>
        <p:txBody>
          <a:bodyPr lIns="360000" tIns="1080000" rIns="360000" anchor="ctr" anchorCtr="0"/>
          <a:lstStyle>
            <a:lvl1pPr marL="0" indent="0" algn="ctr">
              <a:buNone/>
              <a:defRPr sz="240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Click icon to insert image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5" y="620712"/>
            <a:ext cx="11012486" cy="865187"/>
          </a:xfrm>
        </p:spPr>
        <p:txBody>
          <a:bodyPr/>
          <a:lstStyle>
            <a:lvl1pPr>
              <a:defRPr b="0" i="0" baseline="0"/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588964" y="1628775"/>
            <a:ext cx="5356800" cy="4672800"/>
          </a:xfrm>
        </p:spPr>
        <p:txBody>
          <a:bodyPr vert="horz" lIns="0" tIns="0" rIns="0" bIns="0" rtlCol="0">
            <a:noAutofit/>
          </a:bodyPr>
          <a:lstStyle>
            <a:lvl1pPr>
              <a:defRPr lang="da-DK" b="0" i="0" baseline="0" dirty="0" smtClean="0"/>
            </a:lvl1pPr>
            <a:lvl2pPr>
              <a:defRPr lang="da-DK" b="0" i="0" baseline="0" dirty="0" smtClean="0"/>
            </a:lvl2pPr>
            <a:lvl3pPr>
              <a:defRPr lang="da-DK" b="0" i="0" baseline="0" dirty="0" smtClean="0"/>
            </a:lvl3pPr>
            <a:lvl4pPr>
              <a:defRPr lang="da-DK" dirty="0" smtClean="0"/>
            </a:lvl4pPr>
            <a:lvl5pPr>
              <a:defRPr lang="da-DK" dirty="0"/>
            </a:lvl5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 err="1"/>
              <a:t>Andet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Tredje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CEA36-139A-4E3F-B6A0-7BD657AD45E8}" type="datetime1">
              <a:rPr lang="en-GB" smtClean="0"/>
              <a:t>18/05/2026</a:t>
            </a:fld>
            <a:endParaRPr lang="en-GB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17783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588963" y="1628775"/>
            <a:ext cx="11012487" cy="4673600"/>
          </a:xfrm>
          <a:solidFill>
            <a:schemeClr val="bg1">
              <a:lumMod val="75000"/>
            </a:schemeClr>
          </a:solidFill>
        </p:spPr>
        <p:txBody>
          <a:bodyPr lIns="0" tIns="1080000" rIns="0" anchor="ctr" anchorCtr="0"/>
          <a:lstStyle>
            <a:lvl1pPr marL="0" indent="0" algn="ctr">
              <a:buNone/>
              <a:defRPr sz="2400" b="0" i="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Click icon to insert image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4" y="620712"/>
            <a:ext cx="11012486" cy="865187"/>
          </a:xfrm>
        </p:spPr>
        <p:txBody>
          <a:bodyPr/>
          <a:lstStyle/>
          <a:p>
            <a:r>
              <a:rPr lang="en-GB" dirty="0"/>
              <a:t>Click to add title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7CCA8-EEC6-4184-AB5B-DDB10B05E1AF}" type="datetime1">
              <a:rPr lang="en-GB" smtClean="0"/>
              <a:t>18/05/2026</a:t>
            </a:fld>
            <a:endParaRPr lang="en-GB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9167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 baseline="0"/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Pladsholder til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8901C-AD74-491C-9322-C106FC5C099A}" type="datetime1">
              <a:rPr lang="en-GB" smtClean="0"/>
              <a:t>18/05/2026</a:t>
            </a:fld>
            <a:endParaRPr lang="en-GB" dirty="0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609304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D2672-5B44-4DB0-8EDF-4BB4CF579FAA}" type="datetime1">
              <a:rPr lang="en-GB" smtClean="0"/>
              <a:t>18/05/2026</a:t>
            </a:fld>
            <a:endParaRPr lang="en-GB" dirty="0"/>
          </a:p>
        </p:txBody>
      </p:sp>
      <p:sp>
        <p:nvSpPr>
          <p:cNvPr id="3" name="Pladsholder til sidefod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315452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dato 3" hidden="1">
            <a:extLst>
              <a:ext uri="{FF2B5EF4-FFF2-40B4-BE49-F238E27FC236}">
                <a16:creationId xmlns:a16="http://schemas.microsoft.com/office/drawing/2014/main" id="{619D26E9-5B2E-9EAD-7ADF-91C2F6F527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E3466E77-7984-4F3B-92EF-834A85591B11}" type="datetime1">
              <a:rPr lang="en-GB" smtClean="0"/>
              <a:t>18/05/2026</a:t>
            </a:fld>
            <a:endParaRPr lang="en-GB" dirty="0"/>
          </a:p>
        </p:txBody>
      </p:sp>
      <p:sp>
        <p:nvSpPr>
          <p:cNvPr id="4" name="Pladsholder til sidefod 4" hidden="1">
            <a:extLst>
              <a:ext uri="{FF2B5EF4-FFF2-40B4-BE49-F238E27FC236}">
                <a16:creationId xmlns:a16="http://schemas.microsoft.com/office/drawing/2014/main" id="{8A951072-2ED2-FF27-14A1-979FCDF1E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5" name="Pladsholder til slidenummer 5" hidden="1">
            <a:extLst>
              <a:ext uri="{FF2B5EF4-FFF2-40B4-BE49-F238E27FC236}">
                <a16:creationId xmlns:a16="http://schemas.microsoft.com/office/drawing/2014/main" id="{E8D58753-B44C-E044-E735-982626059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91A926C-488A-4E3E-9C21-57CAA120E114}" type="slidenum">
              <a:rPr lang="en-GB" smtClean="0"/>
              <a:pPr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675755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bullet lis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4" y="620714"/>
            <a:ext cx="11012486" cy="1008062"/>
          </a:xfrm>
        </p:spPr>
        <p:txBody>
          <a:bodyPr tIns="154800"/>
          <a:lstStyle>
            <a:lvl1pPr>
              <a:defRPr sz="6600" b="1" i="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588964" y="2239315"/>
            <a:ext cx="5356800" cy="4063060"/>
          </a:xfrm>
        </p:spPr>
        <p:txBody>
          <a:bodyPr vert="horz" lIns="0" tIns="0" rIns="0" bIns="0" rtlCol="0">
            <a:noAutofit/>
          </a:bodyPr>
          <a:lstStyle>
            <a:lvl1pPr marL="363600" marR="0" indent="-363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da-DK" b="0" i="0" baseline="0" dirty="0" smtClean="0">
                <a:solidFill>
                  <a:schemeClr val="tx1"/>
                </a:solidFill>
              </a:defRPr>
            </a:lvl1pPr>
            <a:lvl2pPr>
              <a:defRPr lang="da-DK" b="0" i="0" baseline="0" dirty="0" smtClean="0">
                <a:solidFill>
                  <a:schemeClr val="tx1"/>
                </a:solidFill>
              </a:defRPr>
            </a:lvl2pPr>
            <a:lvl3pPr>
              <a:defRPr lang="da-DK" b="0" i="0" baseline="0" dirty="0" smtClean="0">
                <a:solidFill>
                  <a:schemeClr val="tx1"/>
                </a:solidFill>
              </a:defRPr>
            </a:lvl3pPr>
            <a:lvl4pPr marL="1072800" indent="-352800">
              <a:lnSpc>
                <a:spcPct val="90000"/>
              </a:lnSpc>
              <a:buFont typeface="Arial" panose="020B0604020202020204" pitchFamily="34" charset="0"/>
              <a:buChar char="•"/>
              <a:defRPr lang="da-DK" b="0" i="0" baseline="0" dirty="0" smtClean="0">
                <a:solidFill>
                  <a:schemeClr val="tx1"/>
                </a:solidFill>
              </a:defRPr>
            </a:lvl4pPr>
            <a:lvl5pPr marL="1072800" indent="-352800">
              <a:lnSpc>
                <a:spcPct val="90000"/>
              </a:lnSpc>
              <a:defRPr>
                <a:solidFill>
                  <a:schemeClr val="tx1"/>
                </a:solidFill>
              </a:defRPr>
            </a:lvl5pPr>
            <a:lvl6pPr marL="1072800" indent="-352800">
              <a:lnSpc>
                <a:spcPct val="90000"/>
              </a:lnSpc>
              <a:defRPr>
                <a:solidFill>
                  <a:schemeClr val="tx1"/>
                </a:solidFill>
              </a:defRPr>
            </a:lvl6pPr>
            <a:lvl7pPr marL="1072800" indent="-352800">
              <a:lnSpc>
                <a:spcPct val="90000"/>
              </a:lnSpc>
              <a:defRPr>
                <a:solidFill>
                  <a:schemeClr val="tx1"/>
                </a:solidFill>
              </a:defRPr>
            </a:lvl7pPr>
            <a:lvl8pPr marL="1072800" indent="-352800">
              <a:lnSpc>
                <a:spcPct val="90000"/>
              </a:lnSpc>
              <a:defRPr>
                <a:solidFill>
                  <a:schemeClr val="tx1"/>
                </a:solidFill>
              </a:defRPr>
            </a:lvl8pPr>
            <a:lvl9pPr marL="1072800" indent="-352800">
              <a:lnSpc>
                <a:spcPct val="90000"/>
              </a:lnSpc>
              <a:defRPr>
                <a:solidFill>
                  <a:schemeClr val="tx1"/>
                </a:solidFill>
              </a:defRPr>
            </a:lvl9pPr>
          </a:lstStyle>
          <a:p>
            <a:pPr marL="363600" marR="0" lvl="0" indent="-363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Click to add text</a:t>
            </a:r>
          </a:p>
          <a:p>
            <a:pPr lvl="1"/>
            <a:r>
              <a:rPr lang="en-GB" dirty="0"/>
              <a:t>2</a:t>
            </a:r>
          </a:p>
          <a:p>
            <a:pPr lvl="2"/>
            <a:r>
              <a:rPr lang="en-GB" dirty="0"/>
              <a:t>3</a:t>
            </a:r>
          </a:p>
          <a:p>
            <a:pPr lvl="3"/>
            <a:r>
              <a:rPr lang="en-GB" dirty="0"/>
              <a:t>4</a:t>
            </a:r>
          </a:p>
          <a:p>
            <a:pPr lvl="4"/>
            <a:r>
              <a:rPr lang="en-GB" dirty="0"/>
              <a:t>5</a:t>
            </a:r>
          </a:p>
          <a:p>
            <a:pPr lvl="5"/>
            <a:r>
              <a:rPr lang="en-GB" dirty="0"/>
              <a:t>6</a:t>
            </a:r>
          </a:p>
          <a:p>
            <a:pPr lvl="6"/>
            <a:r>
              <a:rPr lang="en-GB" dirty="0"/>
              <a:t>7</a:t>
            </a:r>
          </a:p>
          <a:p>
            <a:pPr lvl="7"/>
            <a:r>
              <a:rPr lang="en-GB" dirty="0"/>
              <a:t>8</a:t>
            </a:r>
          </a:p>
          <a:p>
            <a:pPr lvl="8"/>
            <a:r>
              <a:rPr lang="en-GB" dirty="0"/>
              <a:t>9</a:t>
            </a:r>
          </a:p>
        </p:txBody>
      </p:sp>
      <p:sp>
        <p:nvSpPr>
          <p:cNvPr id="14" name="Pladsholder til indhold 3">
            <a:extLst>
              <a:ext uri="{FF2B5EF4-FFF2-40B4-BE49-F238E27FC236}">
                <a16:creationId xmlns:a16="http://schemas.microsoft.com/office/drawing/2014/main" id="{D13A21B6-F7F5-D15B-402D-6C21868F87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46000" y="2239315"/>
            <a:ext cx="5356800" cy="4063061"/>
          </a:xfrm>
        </p:spPr>
        <p:txBody>
          <a:bodyPr vert="horz" lIns="0" tIns="0" rIns="0" bIns="0" rtlCol="0">
            <a:noAutofit/>
          </a:bodyPr>
          <a:lstStyle>
            <a:lvl1pPr>
              <a:defRPr lang="da-DK" b="0" i="0" baseline="0" dirty="0" smtClean="0"/>
            </a:lvl1pPr>
            <a:lvl2pPr>
              <a:defRPr lang="da-DK" b="0" i="0" baseline="0" dirty="0" smtClean="0"/>
            </a:lvl2pPr>
            <a:lvl3pPr marL="1072800" indent="-352800">
              <a:lnSpc>
                <a:spcPct val="90000"/>
              </a:lnSpc>
              <a:defRPr lang="da-DK" b="0" i="0" baseline="0" dirty="0" smtClean="0"/>
            </a:lvl3pPr>
            <a:lvl4pPr marL="1072800" indent="-352800">
              <a:lnSpc>
                <a:spcPct val="90000"/>
              </a:lnSpc>
              <a:buFont typeface="Arial" panose="020B0604020202020204" pitchFamily="34" charset="0"/>
              <a:buChar char="•"/>
              <a:defRPr lang="da-DK" dirty="0" smtClean="0"/>
            </a:lvl4pPr>
            <a:lvl5pPr marL="1072800" indent="-352800">
              <a:lnSpc>
                <a:spcPct val="90000"/>
              </a:lnSpc>
              <a:defRPr lang="da-DK" dirty="0"/>
            </a:lvl5pPr>
            <a:lvl6pPr marL="1072800" indent="-352800">
              <a:lnSpc>
                <a:spcPct val="90000"/>
              </a:lnSpc>
              <a:defRPr/>
            </a:lvl6pPr>
            <a:lvl7pPr marL="1072800" indent="-352800">
              <a:lnSpc>
                <a:spcPct val="90000"/>
              </a:lnSpc>
              <a:defRPr/>
            </a:lvl7pPr>
            <a:lvl8pPr marL="1072800" indent="-352800">
              <a:lnSpc>
                <a:spcPct val="90000"/>
              </a:lnSpc>
              <a:buFont typeface="Arial" panose="020B0604020202020204" pitchFamily="34" charset="0"/>
              <a:buChar char="•"/>
              <a:defRPr/>
            </a:lvl8pPr>
            <a:lvl9pPr marL="1072800" indent="-352800">
              <a:lnSpc>
                <a:spcPct val="90000"/>
              </a:lnSpc>
              <a:defRPr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 err="1"/>
              <a:t>Andet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Tredje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3"/>
            <a:r>
              <a:rPr lang="en-GB" dirty="0"/>
              <a:t>4</a:t>
            </a:r>
          </a:p>
          <a:p>
            <a:pPr lvl="4"/>
            <a:r>
              <a:rPr lang="en-GB" dirty="0"/>
              <a:t>5</a:t>
            </a:r>
          </a:p>
          <a:p>
            <a:pPr lvl="5"/>
            <a:r>
              <a:rPr lang="en-GB" dirty="0"/>
              <a:t>6</a:t>
            </a:r>
          </a:p>
          <a:p>
            <a:pPr lvl="6"/>
            <a:r>
              <a:rPr lang="en-GB" dirty="0"/>
              <a:t>7</a:t>
            </a:r>
          </a:p>
          <a:p>
            <a:pPr lvl="7"/>
            <a:r>
              <a:rPr lang="en-GB" dirty="0"/>
              <a:t>8</a:t>
            </a:r>
          </a:p>
          <a:p>
            <a:pPr lvl="8"/>
            <a:r>
              <a:rPr lang="en-GB" dirty="0"/>
              <a:t>9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8E691-BE0D-4934-9C30-12FC42105A2C}" type="datetime1">
              <a:rPr lang="en-GB" smtClean="0"/>
              <a:t>18/05/2026</a:t>
            </a:fld>
            <a:endParaRPr lang="en-GB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8" name="TextBox 1">
            <a:extLst>
              <a:ext uri="{FF2B5EF4-FFF2-40B4-BE49-F238E27FC236}">
                <a16:creationId xmlns:a16="http://schemas.microsoft.com/office/drawing/2014/main" id="{C25972C5-CAD7-9DDE-E435-195811719418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1400" b="1" dirty="0">
                <a:solidFill>
                  <a:schemeClr val="bg1"/>
                </a:solidFill>
                <a:latin typeface="Microsoft New Tai Lue"/>
              </a:rPr>
              <a:t>Highlight words </a:t>
            </a:r>
            <a:r>
              <a:rPr lang="en-GB" sz="1400" b="0" dirty="0">
                <a:solidFill>
                  <a:schemeClr val="bg1"/>
                </a:solidFill>
                <a:latin typeface="Microsoft New Tai Lue"/>
              </a:rPr>
              <a:t>in headline using </a:t>
            </a:r>
            <a:r>
              <a:rPr lang="en-GB" sz="1400" b="1" dirty="0">
                <a:solidFill>
                  <a:schemeClr val="bg1"/>
                </a:solidFill>
                <a:latin typeface="Microsoft New Tai Lue"/>
              </a:rPr>
              <a:t>bold   </a:t>
            </a:r>
            <a:endParaRPr lang="en-GB" sz="1400" b="0" dirty="0">
              <a:solidFill>
                <a:schemeClr val="bg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42638169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934" userDrawn="1">
          <p15:clr>
            <a:srgbClr val="F26B43"/>
          </p15:clr>
        </p15:guide>
        <p15:guide id="2" pos="3746" userDrawn="1">
          <p15:clr>
            <a:srgbClr val="F26B43"/>
          </p15:clr>
        </p15:guide>
        <p15:guide id="3" orient="horz" pos="1410" userDrawn="1">
          <p15:clr>
            <a:srgbClr val="F26B43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one bullet lis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3" y="620714"/>
            <a:ext cx="11012488" cy="863599"/>
          </a:xfrm>
        </p:spPr>
        <p:txBody>
          <a:bodyPr/>
          <a:lstStyle>
            <a:lvl1pPr>
              <a:defRPr sz="3200" b="1" i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3" name="Pladsholder til indhold 3"/>
          <p:cNvSpPr>
            <a:spLocks noGrp="1"/>
          </p:cNvSpPr>
          <p:nvPr>
            <p:ph idx="1" hasCustomPrompt="1"/>
          </p:nvPr>
        </p:nvSpPr>
        <p:spPr>
          <a:xfrm>
            <a:off x="588963" y="1628775"/>
            <a:ext cx="11012488" cy="4673600"/>
          </a:xfrm>
        </p:spPr>
        <p:txBody>
          <a:bodyPr vert="horz" lIns="0" tIns="0" rIns="0" bIns="0" rtlCol="0">
            <a:noAutofit/>
          </a:bodyPr>
          <a:lstStyle>
            <a:lvl1pPr marL="342900" indent="-342900">
              <a:buFont typeface="Arial" panose="020B0604020202020204" pitchFamily="34" charset="0"/>
              <a:buChar char="•"/>
              <a:defRPr lang="da-DK" sz="3200" b="0" i="0" baseline="0" dirty="0" smtClean="0">
                <a:solidFill>
                  <a:schemeClr val="tx1"/>
                </a:solidFill>
              </a:defRPr>
            </a:lvl1pPr>
            <a:lvl2pPr>
              <a:defRPr lang="da-DK" b="0" i="0" baseline="0" dirty="0" smtClean="0">
                <a:solidFill>
                  <a:schemeClr val="tx1"/>
                </a:solidFill>
              </a:defRPr>
            </a:lvl2pPr>
            <a:lvl3pPr>
              <a:defRPr lang="da-DK" b="0" i="0" baseline="0" dirty="0" smtClean="0">
                <a:solidFill>
                  <a:schemeClr val="tx1"/>
                </a:solidFill>
              </a:defRPr>
            </a:lvl3pPr>
            <a:lvl4pPr marL="1072800" indent="-352800">
              <a:buFont typeface="Arial" panose="020B0604020202020204" pitchFamily="34" charset="0"/>
              <a:buChar char="•"/>
              <a:defRPr/>
            </a:lvl4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ABE37-F289-4BB8-B1E0-101EB4AC95E3}" type="datetime1">
              <a:rPr lang="en-GB" smtClean="0"/>
              <a:t>18/05/2026</a:t>
            </a:fld>
            <a:endParaRPr lang="en-GB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17488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kstfelt 8">
            <a:extLst>
              <a:ext uri="{FF2B5EF4-FFF2-40B4-BE49-F238E27FC236}">
                <a16:creationId xmlns:a16="http://schemas.microsoft.com/office/drawing/2014/main" id="{3E866D85-79EE-184D-80E1-3ED545621736}"/>
              </a:ext>
            </a:extLst>
          </p:cNvPr>
          <p:cNvSpPr txBox="1"/>
          <p:nvPr userDrawn="1"/>
        </p:nvSpPr>
        <p:spPr>
          <a:xfrm>
            <a:off x="421280" y="612884"/>
            <a:ext cx="1167618" cy="87142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GB" sz="15000" b="1" dirty="0">
                <a:solidFill>
                  <a:schemeClr val="tx1"/>
                </a:solidFill>
              </a:rPr>
              <a:t>”</a:t>
            </a:r>
          </a:p>
        </p:txBody>
      </p:sp>
      <p:sp>
        <p:nvSpPr>
          <p:cNvPr id="11" name="Pladsholder til tekst 9">
            <a:extLst>
              <a:ext uri="{FF2B5EF4-FFF2-40B4-BE49-F238E27FC236}">
                <a16:creationId xmlns:a16="http://schemas.microsoft.com/office/drawing/2014/main" id="{1B53F7DA-513D-4E4A-A901-E83A56F29AC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8963" y="1628775"/>
            <a:ext cx="11012487" cy="4114799"/>
          </a:xfrm>
          <a:noFill/>
        </p:spPr>
        <p:txBody>
          <a:bodyPr lIns="0" tIns="0" rIns="0" bIns="0" anchor="t" anchorCtr="0"/>
          <a:lstStyle>
            <a:lvl1pPr marL="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80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800" b="1" kern="1200" cap="all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800" b="1" kern="1200" cap="all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800" b="1" kern="1200" cap="all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800" b="1" kern="1200" cap="all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12" name="Pladsholder til tekst 14">
            <a:extLst>
              <a:ext uri="{FF2B5EF4-FFF2-40B4-BE49-F238E27FC236}">
                <a16:creationId xmlns:a16="http://schemas.microsoft.com/office/drawing/2014/main" id="{E095D626-8544-1B49-AD85-894AF40118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0400" y="5934971"/>
            <a:ext cx="11012400" cy="367404"/>
          </a:xfrm>
        </p:spPr>
        <p:txBody>
          <a:bodyPr anchor="b" anchorCtr="0">
            <a:noAutofit/>
          </a:bodyPr>
          <a:lstStyle>
            <a:lvl1pPr marL="0" indent="0">
              <a:spcBef>
                <a:spcPts val="500"/>
              </a:spcBef>
              <a:buNone/>
              <a:defRPr sz="24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Name, source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74BC4-6516-49EF-A62A-EB81A07AF391}" type="datetime1">
              <a:rPr lang="en-GB" smtClean="0"/>
              <a:t>18/05/2026</a:t>
            </a:fld>
            <a:endParaRPr lang="en-GB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098684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ing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606056-13C4-B341-9D8B-68EA383036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527812"/>
            <a:ext cx="12192000" cy="955506"/>
          </a:xfrm>
          <a:noFill/>
        </p:spPr>
        <p:txBody>
          <a:bodyPr anchor="b" anchorCtr="0"/>
          <a:lstStyle>
            <a:lvl1pPr marL="0" indent="0" algn="ctr">
              <a:buFontTx/>
              <a:buNone/>
              <a:defRPr sz="6600" b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FA67884-B97F-CB46-AABC-75F5273BB9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3559852"/>
            <a:ext cx="12192000" cy="955506"/>
          </a:xfrm>
          <a:noFill/>
        </p:spPr>
        <p:txBody>
          <a:bodyPr/>
          <a:lstStyle>
            <a:lvl1pPr marL="0" indent="0" algn="ctr">
              <a:buFontTx/>
              <a:buNone/>
              <a:defRPr sz="66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D15D5-9A7E-477A-A544-9723531FD0FA}" type="datetime1">
              <a:rPr lang="en-GB" smtClean="0"/>
              <a:t>18/05/2026</a:t>
            </a:fld>
            <a:endParaRPr lang="en-GB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854531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s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BDF7CB8-A29D-FD7D-E01C-9FA290029336}"/>
              </a:ext>
            </a:extLst>
          </p:cNvPr>
          <p:cNvSpPr>
            <a:spLocks noGrp="1" noChangeAspect="1"/>
          </p:cNvSpPr>
          <p:nvPr>
            <p:ph type="body" sz="quarter" idx="38" hasCustomPrompt="1"/>
          </p:nvPr>
        </p:nvSpPr>
        <p:spPr>
          <a:xfrm>
            <a:off x="593043" y="992701"/>
            <a:ext cx="1162800" cy="1162800"/>
          </a:xfrm>
          <a:prstGeom prst="ellipse">
            <a:avLst/>
          </a:prstGeom>
          <a:solidFill>
            <a:schemeClr val="tx1">
              <a:alpha val="20000"/>
            </a:schemeClr>
          </a:solidFill>
        </p:spPr>
        <p:txBody>
          <a:bodyPr tIns="72000" anchor="ctr" anchorCtr="0"/>
          <a:lstStyle>
            <a:lvl1pPr marL="0" indent="0" algn="ctr">
              <a:spcBef>
                <a:spcPts val="0"/>
              </a:spcBef>
              <a:buNone/>
              <a:defRPr sz="6000" b="1"/>
            </a:lvl1pPr>
          </a:lstStyle>
          <a:p>
            <a:pPr lvl="0"/>
            <a:r>
              <a:rPr lang="en-GB" dirty="0"/>
              <a:t>1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0999F43-7DCD-0386-4C37-C66F637D75F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935309" y="992701"/>
            <a:ext cx="3590534" cy="1162800"/>
          </a:xfrm>
        </p:spPr>
        <p:txBody>
          <a:bodyPr anchor="ctr" anchorCtr="0"/>
          <a:lstStyle>
            <a:lvl1pPr marL="0" indent="0">
              <a:spcBef>
                <a:spcPts val="0"/>
              </a:spcBef>
              <a:buNone/>
              <a:defRPr sz="2800" b="1"/>
            </a:lvl1pPr>
            <a:lvl2pPr marL="0" indent="0">
              <a:buNone/>
              <a:defRPr sz="2800" b="1"/>
            </a:lvl2pPr>
            <a:lvl3pPr marL="0" indent="0">
              <a:buNone/>
              <a:defRPr sz="2800" b="1"/>
            </a:lvl3pPr>
            <a:lvl4pPr marL="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A0FE321-409A-CB41-0D2F-3A239A66393D}"/>
              </a:ext>
            </a:extLst>
          </p:cNvPr>
          <p:cNvSpPr>
            <a:spLocks noGrp="1" noChangeAspect="1"/>
          </p:cNvSpPr>
          <p:nvPr>
            <p:ph type="body" sz="quarter" idx="40" hasCustomPrompt="1"/>
          </p:nvPr>
        </p:nvSpPr>
        <p:spPr>
          <a:xfrm>
            <a:off x="6092802" y="911224"/>
            <a:ext cx="1162800" cy="1162800"/>
          </a:xfrm>
          <a:prstGeom prst="ellipse">
            <a:avLst/>
          </a:prstGeom>
          <a:solidFill>
            <a:schemeClr val="tx1">
              <a:alpha val="20000"/>
            </a:schemeClr>
          </a:solidFill>
        </p:spPr>
        <p:txBody>
          <a:bodyPr tIns="72000" anchor="ctr" anchorCtr="0"/>
          <a:lstStyle>
            <a:lvl1pPr marL="0" indent="0" algn="ctr">
              <a:buNone/>
              <a:defRPr sz="6000" b="1"/>
            </a:lvl1pPr>
          </a:lstStyle>
          <a:p>
            <a:pPr lvl="0"/>
            <a:r>
              <a:rPr lang="en-GB" dirty="0"/>
              <a:t>2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85D9037-4808-3FB4-8291-164C228C83E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438265" y="911224"/>
            <a:ext cx="3705822" cy="1162800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5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4F98610-1AA8-ED76-CB97-422A1761A39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272868" y="2409825"/>
            <a:ext cx="1162800" cy="1162800"/>
          </a:xfrm>
          <a:prstGeom prst="ellipse">
            <a:avLst/>
          </a:prstGeom>
          <a:solidFill>
            <a:schemeClr val="tx1">
              <a:alpha val="20000"/>
            </a:schemeClr>
          </a:solidFill>
        </p:spPr>
        <p:txBody>
          <a:bodyPr tIns="72000" anchor="ctr" anchorCtr="0"/>
          <a:lstStyle>
            <a:lvl1pPr marL="0" indent="0" algn="ctr">
              <a:buNone/>
              <a:defRPr sz="6000" b="1"/>
            </a:lvl1pPr>
            <a:lvl2pPr marL="360363" indent="0" algn="ctr">
              <a:buNone/>
              <a:defRPr sz="2800" b="1"/>
            </a:lvl2pPr>
            <a:lvl3pPr marL="720000" indent="0" algn="ctr">
              <a:buNone/>
              <a:defRPr sz="2800" b="1"/>
            </a:lvl3pPr>
            <a:lvl4pPr marL="720000" indent="0" algn="ctr">
              <a:buNone/>
              <a:defRPr sz="2800" b="1"/>
            </a:lvl4pPr>
            <a:lvl5pPr marL="720000" indent="0" algn="ctr">
              <a:buNone/>
              <a:defRPr sz="2800" b="1"/>
            </a:lvl5pPr>
          </a:lstStyle>
          <a:p>
            <a:pPr lvl="0"/>
            <a:r>
              <a:rPr lang="en-GB" dirty="0"/>
              <a:t>3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04C99C31-A019-EB05-99AD-9B5C4892C3E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620656" y="2409825"/>
            <a:ext cx="3113087" cy="1162800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1pPr>
            <a:lvl2pPr marL="0" indent="0">
              <a:buNone/>
              <a:defRPr sz="2800" b="1"/>
            </a:lvl2pPr>
            <a:lvl3pPr marL="0" indent="0">
              <a:buNone/>
              <a:defRPr sz="2800" b="1"/>
            </a:lvl3pPr>
            <a:lvl4pPr marL="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DA112A83-1D6E-E31B-3869-56E056FE8E0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188200" y="2970213"/>
            <a:ext cx="1162800" cy="1162800"/>
          </a:xfrm>
          <a:prstGeom prst="ellipse">
            <a:avLst/>
          </a:prstGeom>
          <a:solidFill>
            <a:schemeClr val="tx1">
              <a:alpha val="20000"/>
            </a:schemeClr>
          </a:solidFill>
        </p:spPr>
        <p:txBody>
          <a:bodyPr tIns="72000" anchor="ctr" anchorCtr="0"/>
          <a:lstStyle>
            <a:lvl1pPr marL="0" indent="0" algn="ctr">
              <a:buNone/>
              <a:defRPr sz="6000" b="1"/>
            </a:lvl1pPr>
            <a:lvl2pPr marL="360363" indent="0" algn="ctr">
              <a:buNone/>
              <a:defRPr sz="2800" b="1"/>
            </a:lvl2pPr>
            <a:lvl3pPr marL="720000" indent="0" algn="ctr">
              <a:buNone/>
              <a:defRPr sz="2800" b="1"/>
            </a:lvl3pPr>
            <a:lvl4pPr marL="720000" indent="0" algn="ctr">
              <a:buNone/>
              <a:defRPr sz="2800" b="1"/>
            </a:lvl4pPr>
            <a:lvl5pPr marL="720000" indent="0" algn="ctr">
              <a:buNone/>
              <a:defRPr sz="2800" b="1"/>
            </a:lvl5pPr>
          </a:lstStyle>
          <a:p>
            <a:pPr lvl="0"/>
            <a:r>
              <a:rPr lang="en-GB" dirty="0"/>
              <a:t>4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F5507CD6-BB87-26DA-1CB3-C86DBC2ACD1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535988" y="2970213"/>
            <a:ext cx="3065462" cy="1162800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5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2EED4611-1BCD-13B0-4F45-DAEAB352902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458913" y="4498975"/>
            <a:ext cx="1162800" cy="1162800"/>
          </a:xfrm>
          <a:prstGeom prst="ellipse">
            <a:avLst/>
          </a:prstGeom>
          <a:solidFill>
            <a:schemeClr val="tx1">
              <a:alpha val="20000"/>
            </a:schemeClr>
          </a:solidFill>
        </p:spPr>
        <p:txBody>
          <a:bodyPr tIns="72000" anchor="ctr" anchorCtr="0"/>
          <a:lstStyle>
            <a:lvl1pPr marL="0" indent="0" algn="ctr">
              <a:buNone/>
              <a:defRPr sz="6000" b="1"/>
            </a:lvl1pPr>
            <a:lvl2pPr marL="360363" indent="0" algn="ctr">
              <a:buNone/>
              <a:defRPr sz="2800" b="1"/>
            </a:lvl2pPr>
            <a:lvl3pPr marL="720000" indent="0" algn="ctr">
              <a:buNone/>
              <a:defRPr sz="2800" b="1"/>
            </a:lvl3pPr>
            <a:lvl4pPr marL="720000" indent="0" algn="ctr">
              <a:buNone/>
              <a:defRPr sz="2800" b="1"/>
            </a:lvl4pPr>
            <a:lvl5pPr marL="720000" indent="0" algn="ctr">
              <a:buNone/>
              <a:defRPr sz="2800" b="1"/>
            </a:lvl5pPr>
          </a:lstStyle>
          <a:p>
            <a:pPr lvl="0"/>
            <a:r>
              <a:rPr lang="en-GB" dirty="0"/>
              <a:t>5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B3B6A4E6-E617-BAD1-0112-A96754231B6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814435" y="4498975"/>
            <a:ext cx="2938665" cy="1162800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5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0135649F-22C1-794A-F31C-7DC6EA04B2E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372225" y="5138044"/>
            <a:ext cx="1162800" cy="1162800"/>
          </a:xfrm>
          <a:prstGeom prst="ellipse">
            <a:avLst/>
          </a:prstGeom>
          <a:solidFill>
            <a:schemeClr val="tx1">
              <a:alpha val="20000"/>
            </a:schemeClr>
          </a:solidFill>
        </p:spPr>
        <p:txBody>
          <a:bodyPr tIns="72000" anchor="ctr" anchorCtr="0"/>
          <a:lstStyle>
            <a:lvl1pPr marL="0" indent="0" algn="ctr">
              <a:buNone/>
              <a:defRPr sz="6000" b="1"/>
            </a:lvl1pPr>
            <a:lvl2pPr marL="360363" indent="0" algn="ctr">
              <a:buNone/>
              <a:defRPr sz="2800" b="1"/>
            </a:lvl2pPr>
            <a:lvl3pPr marL="720000" indent="0" algn="ctr">
              <a:buNone/>
              <a:defRPr sz="2800" b="1"/>
            </a:lvl3pPr>
            <a:lvl4pPr marL="720000" indent="0" algn="ctr">
              <a:buNone/>
              <a:defRPr sz="2800" b="1"/>
            </a:lvl4pPr>
            <a:lvl5pPr marL="720000" indent="0" algn="ctr">
              <a:buNone/>
              <a:defRPr sz="2800" b="1"/>
            </a:lvl5pPr>
          </a:lstStyle>
          <a:p>
            <a:pPr lvl="0"/>
            <a:r>
              <a:rPr lang="en-GB" dirty="0"/>
              <a:t>6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35999C3D-9DB2-8B28-1D0E-EDC2C950F687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20013" y="5138044"/>
            <a:ext cx="3343275" cy="1162800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5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240AC-C468-4DBB-AF86-AC5724FDA50F}" type="datetime1">
              <a:rPr lang="en-GB" smtClean="0"/>
              <a:t>18/05/2026</a:t>
            </a:fld>
            <a:endParaRPr lang="en-GB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7268BAA3-AF98-A946-16EB-29ED74D4E93C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1400" b="1" dirty="0">
                <a:solidFill>
                  <a:schemeClr val="bg1"/>
                </a:solidFill>
                <a:latin typeface="Microsoft New Tai Lue"/>
              </a:rPr>
              <a:t>Highlight words </a:t>
            </a:r>
            <a:r>
              <a:rPr lang="en-GB" sz="1400" b="0" dirty="0">
                <a:solidFill>
                  <a:schemeClr val="bg1"/>
                </a:solidFill>
                <a:latin typeface="Microsoft New Tai Lue"/>
              </a:rPr>
              <a:t>in text using </a:t>
            </a:r>
            <a:r>
              <a:rPr lang="en-GB" sz="1400" b="1" dirty="0">
                <a:solidFill>
                  <a:schemeClr val="bg1"/>
                </a:solidFill>
                <a:latin typeface="Microsoft New Tai Lue"/>
              </a:rPr>
              <a:t>bold   </a:t>
            </a:r>
            <a:endParaRPr lang="en-GB" sz="1400" b="0" dirty="0">
              <a:solidFill>
                <a:schemeClr val="bg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27843420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row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547F2-18C7-4623-927B-09989FC5CA4D}" type="datetime1">
              <a:rPr lang="en-GB" smtClean="0"/>
              <a:t>18/05/2026</a:t>
            </a:fld>
            <a:endParaRPr lang="en-GB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56C2CA-F7BC-1643-99E7-A7AF34D16F06}"/>
              </a:ext>
            </a:extLst>
          </p:cNvPr>
          <p:cNvSpPr txBox="1"/>
          <p:nvPr userDrawn="1"/>
        </p:nvSpPr>
        <p:spPr>
          <a:xfrm>
            <a:off x="-1219200" y="-222738"/>
            <a:ext cx="0" cy="0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GB" sz="4800" b="1" dirty="0">
              <a:solidFill>
                <a:prstClr val="white"/>
              </a:solidFill>
              <a:latin typeface="Microsoft New Tai Lue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392B83-0AC6-A343-9007-FC3430F06E87}"/>
              </a:ext>
            </a:extLst>
          </p:cNvPr>
          <p:cNvSpPr txBox="1"/>
          <p:nvPr userDrawn="1"/>
        </p:nvSpPr>
        <p:spPr>
          <a:xfrm>
            <a:off x="4531540" y="2322414"/>
            <a:ext cx="0" cy="0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GB" sz="4800" b="1" dirty="0">
              <a:solidFill>
                <a:prstClr val="white"/>
              </a:solidFill>
              <a:latin typeface="Microsoft New Tai Lue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B0ACD76-9286-81DA-B95A-33C567818D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963" y="620712"/>
            <a:ext cx="11012488" cy="864859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79DDD350-47B3-3DAF-DDC1-39725F8B959E}"/>
              </a:ext>
            </a:extLst>
          </p:cNvPr>
          <p:cNvSpPr>
            <a:spLocks noGrp="1" noChangeAspect="1"/>
          </p:cNvSpPr>
          <p:nvPr>
            <p:ph type="body" sz="quarter" idx="38" hasCustomPrompt="1"/>
          </p:nvPr>
        </p:nvSpPr>
        <p:spPr>
          <a:xfrm>
            <a:off x="1478044" y="1850705"/>
            <a:ext cx="701479" cy="701479"/>
          </a:xfrm>
          <a:prstGeom prst="ellipse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wrap="none" lIns="936000" tIns="72000" rIns="0" bIns="0" anchor="ctr" anchorCtr="0"/>
          <a:lstStyle>
            <a:lvl1pPr marL="0" indent="0" algn="l">
              <a:spcBef>
                <a:spcPts val="0"/>
              </a:spcBef>
              <a:buNone/>
              <a:defRPr sz="2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D6F92D26-3C4A-BE86-A701-D767C111FE07}"/>
              </a:ext>
            </a:extLst>
          </p:cNvPr>
          <p:cNvSpPr>
            <a:spLocks noGrp="1" noChangeAspect="1"/>
          </p:cNvSpPr>
          <p:nvPr>
            <p:ph type="body" sz="quarter" idx="39" hasCustomPrompt="1"/>
          </p:nvPr>
        </p:nvSpPr>
        <p:spPr>
          <a:xfrm>
            <a:off x="5358802" y="2416707"/>
            <a:ext cx="701479" cy="701479"/>
          </a:xfrm>
          <a:prstGeom prst="ellipse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wrap="none" lIns="936000" tIns="72000" rIns="0" bIns="0" anchor="ctr" anchorCtr="0"/>
          <a:lstStyle>
            <a:lvl1pPr marL="0" indent="0" algn="l">
              <a:spcBef>
                <a:spcPts val="0"/>
              </a:spcBef>
              <a:buNone/>
              <a:defRPr sz="2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376900F8-7802-5F50-6A9A-E75ED0B3EC0B}"/>
              </a:ext>
            </a:extLst>
          </p:cNvPr>
          <p:cNvSpPr>
            <a:spLocks noGrp="1" noChangeAspect="1"/>
          </p:cNvSpPr>
          <p:nvPr>
            <p:ph type="body" sz="quarter" idx="40" hasCustomPrompt="1"/>
          </p:nvPr>
        </p:nvSpPr>
        <p:spPr>
          <a:xfrm>
            <a:off x="2869616" y="3779962"/>
            <a:ext cx="701479" cy="701479"/>
          </a:xfrm>
          <a:prstGeom prst="ellipse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wrap="none" lIns="936000" tIns="72000" rIns="0" bIns="0" anchor="ctr" anchorCtr="0"/>
          <a:lstStyle>
            <a:lvl1pPr marL="0" indent="0" algn="l">
              <a:spcBef>
                <a:spcPts val="0"/>
              </a:spcBef>
              <a:buNone/>
              <a:defRPr sz="2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42" name="Text Placeholder 6">
            <a:extLst>
              <a:ext uri="{FF2B5EF4-FFF2-40B4-BE49-F238E27FC236}">
                <a16:creationId xmlns:a16="http://schemas.microsoft.com/office/drawing/2014/main" id="{246C4547-72A6-0EEC-A5AF-48DBCE377E13}"/>
              </a:ext>
            </a:extLst>
          </p:cNvPr>
          <p:cNvSpPr>
            <a:spLocks noGrp="1" noChangeAspect="1"/>
          </p:cNvSpPr>
          <p:nvPr>
            <p:ph type="body" sz="quarter" idx="41" hasCustomPrompt="1"/>
          </p:nvPr>
        </p:nvSpPr>
        <p:spPr>
          <a:xfrm>
            <a:off x="7101336" y="4168447"/>
            <a:ext cx="701479" cy="701479"/>
          </a:xfrm>
          <a:prstGeom prst="ellipse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wrap="none" lIns="936000" tIns="72000" rIns="0" bIns="0" anchor="ctr" anchorCtr="0"/>
          <a:lstStyle>
            <a:lvl1pPr marL="0" indent="0" algn="l">
              <a:spcBef>
                <a:spcPts val="0"/>
              </a:spcBef>
              <a:buNone/>
              <a:defRPr sz="2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C0FCDE3-3080-15ED-F757-BF51628B67D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88964" y="5623418"/>
            <a:ext cx="11012486" cy="678958"/>
          </a:xfrm>
        </p:spPr>
        <p:txBody>
          <a:bodyPr anchor="b" anchorCtr="0"/>
          <a:lstStyle>
            <a:lvl1pPr marL="0" indent="0" algn="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None/>
              <a:defRPr sz="2800"/>
            </a:lvl1pPr>
            <a:lvl2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sz="2800"/>
            </a:lvl2pPr>
            <a:lvl3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sz="2800"/>
            </a:lvl3pPr>
            <a:lvl4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sz="2800"/>
            </a:lvl4pPr>
            <a:lvl5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sz="2800"/>
            </a:lvl5pPr>
            <a:lvl6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800"/>
            </a:lvl6pPr>
            <a:lvl7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800"/>
            </a:lvl7pPr>
            <a:lvl8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800"/>
            </a:lvl8pPr>
            <a:lvl9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800"/>
            </a:lvl9pPr>
          </a:lstStyle>
          <a:p>
            <a:pPr lvl="0"/>
            <a:r>
              <a:rPr lang="en-GB" dirty="0"/>
              <a:t>...click to add text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74B0C9B8-9199-DB66-C3E1-5BCBE19EE6D9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1400" b="1" dirty="0">
                <a:solidFill>
                  <a:schemeClr val="bg1"/>
                </a:solidFill>
                <a:latin typeface="Microsoft New Tai Lue"/>
              </a:rPr>
              <a:t>Highlight words </a:t>
            </a:r>
            <a:r>
              <a:rPr lang="en-GB" sz="1400" b="0" dirty="0">
                <a:solidFill>
                  <a:schemeClr val="bg1"/>
                </a:solidFill>
                <a:latin typeface="Microsoft New Tai Lue"/>
              </a:rPr>
              <a:t>in headline using </a:t>
            </a:r>
            <a:r>
              <a:rPr lang="en-GB" sz="1400" b="1" dirty="0">
                <a:solidFill>
                  <a:schemeClr val="bg1"/>
                </a:solidFill>
                <a:latin typeface="Microsoft New Tai Lue"/>
              </a:rPr>
              <a:t>bold   </a:t>
            </a:r>
            <a:endParaRPr lang="en-GB" sz="1400" b="0" dirty="0">
              <a:solidFill>
                <a:schemeClr val="bg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17207341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9757" y="842657"/>
            <a:ext cx="11012486" cy="1141268"/>
          </a:xfrm>
        </p:spPr>
        <p:txBody>
          <a:bodyPr/>
          <a:lstStyle>
            <a:lvl1pPr>
              <a:lnSpc>
                <a:spcPct val="90000"/>
              </a:lnSpc>
              <a:defRPr sz="66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25BB6-14D6-4C5D-A392-87B2F024F171}" type="datetime1">
              <a:rPr lang="en-GB" smtClean="0"/>
              <a:t>18/05/2026</a:t>
            </a:fld>
            <a:endParaRPr lang="en-GB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8" name="Pladsholder til billede 9">
            <a:extLst>
              <a:ext uri="{FF2B5EF4-FFF2-40B4-BE49-F238E27FC236}">
                <a16:creationId xmlns:a16="http://schemas.microsoft.com/office/drawing/2014/main" id="{EE1B35E0-A5B1-1748-D054-2575D7411CC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 rot="21402571">
            <a:off x="985914" y="2449156"/>
            <a:ext cx="4115489" cy="2817262"/>
          </a:xfrm>
          <a:solidFill>
            <a:schemeClr val="bg1">
              <a:lumMod val="65000"/>
            </a:schemeClr>
          </a:solidFill>
          <a:ln w="146050" cap="flat">
            <a:solidFill>
              <a:schemeClr val="bg1"/>
            </a:solidFill>
            <a:miter lim="800000"/>
          </a:ln>
        </p:spPr>
        <p:txBody>
          <a:bodyPr lIns="0" tIns="1080000" rIns="0" anchor="ctr" anchorCtr="1"/>
          <a:lstStyle>
            <a:lvl1pPr marL="0" indent="0" algn="ctr">
              <a:buNone/>
              <a:defRPr sz="240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Click icon to insert image</a:t>
            </a:r>
          </a:p>
        </p:txBody>
      </p:sp>
      <p:sp>
        <p:nvSpPr>
          <p:cNvPr id="9" name="Pladsholder til billede 9">
            <a:extLst>
              <a:ext uri="{FF2B5EF4-FFF2-40B4-BE49-F238E27FC236}">
                <a16:creationId xmlns:a16="http://schemas.microsoft.com/office/drawing/2014/main" id="{E815A343-B052-E851-8FDF-17976A3957D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 rot="533356">
            <a:off x="5893725" y="2510306"/>
            <a:ext cx="5462634" cy="3596788"/>
          </a:xfrm>
          <a:solidFill>
            <a:schemeClr val="bg1">
              <a:lumMod val="65000"/>
            </a:schemeClr>
          </a:solidFill>
          <a:ln w="146050" cap="flat">
            <a:solidFill>
              <a:schemeClr val="bg1"/>
            </a:solidFill>
            <a:miter lim="800000"/>
          </a:ln>
        </p:spPr>
        <p:txBody>
          <a:bodyPr lIns="360000" tIns="1080000" rIns="360000" anchor="ctr" anchorCtr="1"/>
          <a:lstStyle>
            <a:lvl1pPr marL="0" indent="0" algn="ctr">
              <a:buNone/>
              <a:defRPr sz="240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Click icon to insert image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5F33A7-1D81-AB36-A3BB-FC35AF2B3579}"/>
              </a:ext>
            </a:extLst>
          </p:cNvPr>
          <p:cNvSpPr txBox="1"/>
          <p:nvPr userDrawn="1"/>
        </p:nvSpPr>
        <p:spPr>
          <a:xfrm>
            <a:off x="0" y="-310243"/>
            <a:ext cx="6825343" cy="31024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GB" sz="4800" b="1" dirty="0">
              <a:solidFill>
                <a:prstClr val="white"/>
              </a:solidFill>
              <a:latin typeface="Microsoft New Tai Lue"/>
            </a:endParaRP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B102B45B-BE10-0955-7D2B-71607E79FE0D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1400" b="1" dirty="0">
                <a:solidFill>
                  <a:schemeClr val="tx1"/>
                </a:solidFill>
                <a:latin typeface="Microsoft New Tai Lue"/>
              </a:rPr>
              <a:t>Highlight words </a:t>
            </a:r>
            <a:r>
              <a:rPr lang="en-GB" sz="1400" b="0" dirty="0">
                <a:solidFill>
                  <a:schemeClr val="tx1"/>
                </a:solidFill>
                <a:latin typeface="Microsoft New Tai Lue"/>
              </a:rPr>
              <a:t>in headline using </a:t>
            </a:r>
            <a:r>
              <a:rPr lang="en-GB" sz="1400" b="1" dirty="0">
                <a:solidFill>
                  <a:schemeClr val="tx1"/>
                </a:solidFill>
                <a:latin typeface="Microsoft New Tai Lue"/>
              </a:rPr>
              <a:t>bold   </a:t>
            </a:r>
            <a:endParaRPr lang="en-GB" sz="1400" b="0" dirty="0">
              <a:solidFill>
                <a:schemeClr val="tx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42610652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AEE70-9EF6-4011-9FEC-8E4C1B37B6E7}" type="datetime1">
              <a:rPr lang="en-GB" smtClean="0"/>
              <a:t>18/05/2026</a:t>
            </a:fld>
            <a:endParaRPr lang="en-GB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8" name="Pladsholder til billede 9">
            <a:extLst>
              <a:ext uri="{FF2B5EF4-FFF2-40B4-BE49-F238E27FC236}">
                <a16:creationId xmlns:a16="http://schemas.microsoft.com/office/drawing/2014/main" id="{EE1B35E0-A5B1-1748-D054-2575D7411CC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89757" y="2890520"/>
            <a:ext cx="3433685" cy="3403600"/>
          </a:xfrm>
          <a:solidFill>
            <a:schemeClr val="bg1">
              <a:lumMod val="65000"/>
            </a:schemeClr>
          </a:solidFill>
          <a:ln w="76200" cap="flat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1188000" rIns="0" anchor="ctr" anchorCtr="1"/>
          <a:lstStyle>
            <a:lvl1pPr marL="0" indent="0" algn="ctr">
              <a:buNone/>
              <a:defRPr sz="200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Click icon to insert image</a:t>
            </a:r>
          </a:p>
        </p:txBody>
      </p:sp>
      <p:sp>
        <p:nvSpPr>
          <p:cNvPr id="9" name="Pladsholder til billede 9">
            <a:extLst>
              <a:ext uri="{FF2B5EF4-FFF2-40B4-BE49-F238E27FC236}">
                <a16:creationId xmlns:a16="http://schemas.microsoft.com/office/drawing/2014/main" id="{E815A343-B052-E851-8FDF-17976A3957D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852160" y="612233"/>
            <a:ext cx="5749290" cy="5681887"/>
          </a:xfrm>
          <a:solidFill>
            <a:schemeClr val="bg1">
              <a:lumMod val="75000"/>
            </a:schemeClr>
          </a:solidFill>
          <a:ln w="76200" cap="flat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540000" tIns="1080000" rIns="540000" anchor="ctr" anchorCtr="1"/>
          <a:lstStyle>
            <a:lvl1pPr marL="0" indent="0" algn="ctr">
              <a:buNone/>
              <a:defRPr sz="240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Click icon to insert image</a:t>
            </a:r>
          </a:p>
        </p:txBody>
      </p:sp>
      <p:sp>
        <p:nvSpPr>
          <p:cNvPr id="10" name="Pladsholder til billede 9">
            <a:extLst>
              <a:ext uri="{FF2B5EF4-FFF2-40B4-BE49-F238E27FC236}">
                <a16:creationId xmlns:a16="http://schemas.microsoft.com/office/drawing/2014/main" id="{43FCB96B-CD6D-B9F3-A688-74E5893485C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855041" y="1961476"/>
            <a:ext cx="2336801" cy="2294929"/>
          </a:xfrm>
          <a:solidFill>
            <a:schemeClr val="bg1">
              <a:lumMod val="85000"/>
            </a:schemeClr>
          </a:solidFill>
          <a:ln w="76200" cap="flat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1188000" rIns="0" anchor="ctr" anchorCtr="1"/>
          <a:lstStyle>
            <a:lvl1pPr marL="0" indent="0" algn="ctr">
              <a:buNone/>
              <a:defRPr sz="180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Click icon                       to insert image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623C8CB-D006-2AF2-DF37-08254005FB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965" y="620713"/>
            <a:ext cx="4602877" cy="1008061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057143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ith text righ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 rot="20891566">
            <a:off x="1018941" y="1976793"/>
            <a:ext cx="3832754" cy="3749640"/>
          </a:xfrm>
          <a:solidFill>
            <a:schemeClr val="tx1">
              <a:lumMod val="65000"/>
            </a:schemeClr>
          </a:solidFill>
          <a:ln w="146050" cap="flat">
            <a:solidFill>
              <a:schemeClr val="tx1"/>
            </a:solidFill>
            <a:miter lim="800000"/>
          </a:ln>
        </p:spPr>
        <p:txBody>
          <a:bodyPr lIns="0" tIns="1224000" rIns="0" anchor="ctr" anchorCtr="1"/>
          <a:lstStyle>
            <a:lvl1pPr marL="0" indent="0" algn="ctr">
              <a:buNone/>
              <a:defRPr sz="2400" baseline="0">
                <a:solidFill>
                  <a:schemeClr val="tx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Click icon to insert image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5" y="620712"/>
            <a:ext cx="11012486" cy="865187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5783580" y="2097067"/>
            <a:ext cx="5817869" cy="4205308"/>
          </a:xfrm>
        </p:spPr>
        <p:txBody>
          <a:bodyPr vert="horz" lIns="0" tIns="0" rIns="0" bIns="0" rtlCol="0">
            <a:noAutofit/>
          </a:bodyPr>
          <a:lstStyle>
            <a:lvl1pPr>
              <a:defRPr lang="da-DK" sz="3600" b="1" dirty="0" smtClean="0">
                <a:solidFill>
                  <a:schemeClr val="tx1"/>
                </a:solidFill>
              </a:defRPr>
            </a:lvl1pPr>
            <a:lvl2pPr>
              <a:defRPr lang="da-DK" sz="3200" b="1" dirty="0" smtClean="0">
                <a:solidFill>
                  <a:schemeClr val="tx1"/>
                </a:solidFill>
              </a:defRPr>
            </a:lvl2pPr>
            <a:lvl3pPr>
              <a:defRPr lang="da-DK" sz="2400" b="1" dirty="0" smtClean="0">
                <a:solidFill>
                  <a:schemeClr val="tx1"/>
                </a:solidFill>
              </a:defRPr>
            </a:lvl3pPr>
            <a:lvl4pPr>
              <a:defRPr lang="da-DK" b="1" dirty="0" smtClean="0">
                <a:solidFill>
                  <a:schemeClr val="tx1"/>
                </a:solidFill>
              </a:defRPr>
            </a:lvl4pPr>
            <a:lvl5pPr>
              <a:defRPr lang="da-DK" b="1" dirty="0">
                <a:solidFill>
                  <a:schemeClr val="tx1"/>
                </a:solidFill>
              </a:defRPr>
            </a:lvl5pPr>
            <a:lvl6pPr>
              <a:defRPr b="1">
                <a:solidFill>
                  <a:schemeClr val="tx1"/>
                </a:solidFill>
              </a:defRPr>
            </a:lvl6pPr>
            <a:lvl7pPr>
              <a:defRPr b="1">
                <a:solidFill>
                  <a:schemeClr val="tx1"/>
                </a:solidFill>
              </a:defRPr>
            </a:lvl7pPr>
            <a:lvl8pPr>
              <a:defRPr b="1">
                <a:solidFill>
                  <a:schemeClr val="tx1"/>
                </a:solidFill>
              </a:defRPr>
            </a:lvl8pPr>
            <a:lvl9pPr>
              <a:defRPr b="1">
                <a:solidFill>
                  <a:schemeClr val="tx1"/>
                </a:solidFill>
              </a:defRPr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 err="1"/>
              <a:t>Andet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Tredje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698F8-8127-4186-B6E0-5A9DB8590659}" type="datetime1">
              <a:rPr lang="en-GB" smtClean="0"/>
              <a:t>18/05/2026</a:t>
            </a:fld>
            <a:endParaRPr lang="en-GB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609686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ith text lef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 rot="496878">
            <a:off x="6504534" y="1615672"/>
            <a:ext cx="4653097" cy="4640373"/>
          </a:xfrm>
          <a:solidFill>
            <a:schemeClr val="bg1">
              <a:lumMod val="65000"/>
            </a:schemeClr>
          </a:solidFill>
          <a:ln w="146050" cap="flat">
            <a:solidFill>
              <a:schemeClr val="bg1"/>
            </a:solidFill>
            <a:miter lim="800000"/>
          </a:ln>
        </p:spPr>
        <p:txBody>
          <a:bodyPr lIns="0" tIns="1188000" rIns="0" anchor="ctr" anchorCtr="1"/>
          <a:lstStyle>
            <a:lvl1pPr marL="0" indent="0" algn="ctr">
              <a:buNone/>
              <a:defRPr sz="2400" b="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Click icon to insert image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0C55F-A06C-4D12-9FE7-11486C7072EC}" type="datetime1">
              <a:rPr lang="en-GB" smtClean="0"/>
              <a:t>18/05/2026</a:t>
            </a:fld>
            <a:endParaRPr lang="en-GB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44AE573B-1000-D841-B8B4-F927523899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965" y="620712"/>
            <a:ext cx="11012486" cy="865187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11" name="Pladsholder til indhold 2">
            <a:extLst>
              <a:ext uri="{FF2B5EF4-FFF2-40B4-BE49-F238E27FC236}">
                <a16:creationId xmlns:a16="http://schemas.microsoft.com/office/drawing/2014/main" id="{9B691B69-65AA-9748-80BF-996C89344BB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88963" y="2097067"/>
            <a:ext cx="5818682" cy="4205308"/>
          </a:xfrm>
        </p:spPr>
        <p:txBody>
          <a:bodyPr vert="horz" lIns="0" tIns="0" rIns="0" bIns="0" rtlCol="0">
            <a:noAutofit/>
          </a:bodyPr>
          <a:lstStyle>
            <a:lvl1pPr>
              <a:defRPr lang="da-DK" sz="3600" b="1" dirty="0" smtClean="0">
                <a:solidFill>
                  <a:schemeClr val="bg1"/>
                </a:solidFill>
              </a:defRPr>
            </a:lvl1pPr>
            <a:lvl2pPr>
              <a:defRPr lang="da-DK" sz="3200" b="1" dirty="0" smtClean="0">
                <a:solidFill>
                  <a:schemeClr val="bg1"/>
                </a:solidFill>
              </a:defRPr>
            </a:lvl2pPr>
            <a:lvl3pPr>
              <a:defRPr lang="da-DK" sz="2400" b="1" dirty="0" smtClean="0">
                <a:solidFill>
                  <a:schemeClr val="bg1"/>
                </a:solidFill>
              </a:defRPr>
            </a:lvl3pPr>
            <a:lvl4pPr>
              <a:defRPr lang="da-DK" dirty="0" smtClean="0"/>
            </a:lvl4pPr>
            <a:lvl5pPr>
              <a:defRPr lang="da-DK" dirty="0"/>
            </a:lvl5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 err="1"/>
              <a:t>Andet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Tredje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4106577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 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1" y="331200"/>
            <a:ext cx="12191999" cy="6526800"/>
          </a:xfrm>
          <a:solidFill>
            <a:schemeClr val="tx1">
              <a:lumMod val="75000"/>
            </a:schemeClr>
          </a:solidFill>
        </p:spPr>
        <p:txBody>
          <a:bodyPr lIns="0" tIns="1080000" rIns="0" anchor="ctr" anchorCtr="0"/>
          <a:lstStyle>
            <a:lvl1pPr marL="0" indent="0" algn="ctr">
              <a:buNone/>
              <a:defRPr sz="2400" b="0" i="0" baseline="0">
                <a:solidFill>
                  <a:schemeClr val="tx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Click icon to insert image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5" y="756000"/>
            <a:ext cx="6822000" cy="1065828"/>
          </a:xfrm>
          <a:solidFill>
            <a:schemeClr val="accent1">
              <a:alpha val="99950"/>
            </a:schemeClr>
          </a:solidFill>
        </p:spPr>
        <p:txBody>
          <a:bodyPr wrap="square" lIns="252000" tIns="216000" rIns="252000" bIns="108000">
            <a:spAutoFit/>
          </a:bodyPr>
          <a:lstStyle>
            <a:lvl1pPr>
              <a:spcAft>
                <a:spcPts val="600"/>
              </a:spcAft>
              <a:defRPr sz="4800" b="1" spc="0" baseline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73FB4-74ED-479B-AC3F-D58B1D2996E2}" type="datetime1">
              <a:rPr lang="en-GB" smtClean="0"/>
              <a:t>18/05/2026</a:t>
            </a:fld>
            <a:endParaRPr lang="en-GB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BC22F958-FB17-66E4-EB45-75E15E5E3F80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1400" b="1" dirty="0">
                <a:solidFill>
                  <a:schemeClr val="bg1"/>
                </a:solidFill>
                <a:latin typeface="Microsoft New Tai Lue"/>
              </a:rPr>
              <a:t>Highlight words </a:t>
            </a:r>
            <a:r>
              <a:rPr lang="en-GB" sz="1400" b="0" dirty="0">
                <a:solidFill>
                  <a:schemeClr val="bg1"/>
                </a:solidFill>
                <a:latin typeface="Microsoft New Tai Lue"/>
              </a:rPr>
              <a:t>in headline using </a:t>
            </a:r>
            <a:r>
              <a:rPr lang="en-GB" sz="1400" b="1" dirty="0">
                <a:solidFill>
                  <a:schemeClr val="bg1"/>
                </a:solidFill>
                <a:latin typeface="Microsoft New Tai Lue"/>
              </a:rPr>
              <a:t>bold   </a:t>
            </a:r>
            <a:endParaRPr lang="en-GB" sz="1400" b="0" dirty="0">
              <a:solidFill>
                <a:schemeClr val="bg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13174858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331200"/>
            <a:ext cx="12191999" cy="6526800"/>
          </a:xfrm>
          <a:solidFill>
            <a:schemeClr val="tx1">
              <a:lumMod val="75000"/>
            </a:schemeClr>
          </a:solidFill>
        </p:spPr>
        <p:txBody>
          <a:bodyPr lIns="0" tIns="2628000" rIns="0" anchor="t" anchorCtr="0"/>
          <a:lstStyle>
            <a:lvl1pPr marL="0" indent="0" algn="ctr">
              <a:buNone/>
              <a:defRPr sz="2400" b="0" i="0" baseline="0">
                <a:solidFill>
                  <a:schemeClr val="tx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Click icon to insert image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1" y="4962214"/>
            <a:ext cx="4173870" cy="1340161"/>
          </a:xfrm>
          <a:solidFill>
            <a:schemeClr val="accent4">
              <a:alpha val="99950"/>
            </a:schemeClr>
          </a:solidFill>
        </p:spPr>
        <p:txBody>
          <a:bodyPr wrap="square" lIns="252000" tIns="108000" rIns="252000" bIns="0" anchor="t" anchorCtr="0">
            <a:spAutoFit/>
          </a:bodyPr>
          <a:lstStyle>
            <a:lvl1pPr>
              <a:defRPr sz="4000" b="1" spc="0" baseline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56FC0-1C68-46A1-95BA-D879D9D7980D}" type="datetime1">
              <a:rPr lang="en-GB" smtClean="0"/>
              <a:t>18/05/2026</a:t>
            </a:fld>
            <a:endParaRPr lang="en-GB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E6BCCAFF-7E95-0536-8297-4959B0CA01D7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1400" b="1" dirty="0">
                <a:solidFill>
                  <a:schemeClr val="bg1"/>
                </a:solidFill>
                <a:latin typeface="Microsoft New Tai Lue"/>
              </a:rPr>
              <a:t>Highlight words </a:t>
            </a:r>
            <a:r>
              <a:rPr lang="en-GB" sz="1400" b="0" dirty="0">
                <a:solidFill>
                  <a:schemeClr val="bg1"/>
                </a:solidFill>
                <a:latin typeface="Microsoft New Tai Lue"/>
              </a:rPr>
              <a:t>in headline using </a:t>
            </a:r>
            <a:r>
              <a:rPr lang="en-GB" sz="1400" b="1" dirty="0">
                <a:solidFill>
                  <a:schemeClr val="bg1"/>
                </a:solidFill>
                <a:latin typeface="Microsoft New Tai Lue"/>
              </a:rPr>
              <a:t>bold   </a:t>
            </a:r>
            <a:endParaRPr lang="en-GB" sz="1400" b="0" dirty="0">
              <a:solidFill>
                <a:schemeClr val="bg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32004454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 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331200"/>
            <a:ext cx="12191999" cy="6526800"/>
          </a:xfrm>
          <a:solidFill>
            <a:schemeClr val="tx1">
              <a:lumMod val="75000"/>
            </a:schemeClr>
          </a:solidFill>
        </p:spPr>
        <p:txBody>
          <a:bodyPr lIns="0" tIns="2628000" rIns="0" anchor="t" anchorCtr="0"/>
          <a:lstStyle>
            <a:lvl1pPr marL="0" indent="0" algn="ctr">
              <a:buNone/>
              <a:defRPr sz="2400" b="0" i="0" baseline="0">
                <a:solidFill>
                  <a:schemeClr val="tx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Click icon to insert image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779450" y="4497883"/>
            <a:ext cx="6822000" cy="1065828"/>
          </a:xfrm>
          <a:solidFill>
            <a:schemeClr val="bg1">
              <a:alpha val="99950"/>
            </a:schemeClr>
          </a:solidFill>
        </p:spPr>
        <p:txBody>
          <a:bodyPr wrap="square" lIns="252000" tIns="216000" rIns="252000" bIns="108000">
            <a:spAutoFit/>
          </a:bodyPr>
          <a:lstStyle>
            <a:lvl1pPr>
              <a:defRPr sz="4800" b="1" spc="0" baseline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1EE2D-5BB7-4858-806B-E9B8121B6310}" type="datetime1">
              <a:rPr lang="en-GB" smtClean="0"/>
              <a:t>18/05/2026</a:t>
            </a:fld>
            <a:endParaRPr lang="en-GB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DA49A202-D2D5-25B6-2F32-60A741CCF725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1400" b="1" dirty="0">
                <a:solidFill>
                  <a:schemeClr val="bg1"/>
                </a:solidFill>
                <a:latin typeface="Microsoft New Tai Lue"/>
              </a:rPr>
              <a:t>Highlight words </a:t>
            </a:r>
            <a:r>
              <a:rPr lang="en-GB" sz="1400" b="0" dirty="0">
                <a:solidFill>
                  <a:schemeClr val="bg1"/>
                </a:solidFill>
                <a:latin typeface="Microsoft New Tai Lue"/>
              </a:rPr>
              <a:t>in headline using </a:t>
            </a:r>
            <a:r>
              <a:rPr lang="en-GB" sz="1400" b="1" dirty="0">
                <a:solidFill>
                  <a:schemeClr val="bg1"/>
                </a:solidFill>
                <a:latin typeface="Microsoft New Tai Lue"/>
              </a:rPr>
              <a:t>bold   </a:t>
            </a:r>
            <a:endParaRPr lang="en-GB" sz="1400" b="0" dirty="0">
              <a:solidFill>
                <a:schemeClr val="bg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20211859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 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331200"/>
            <a:ext cx="12191999" cy="6526800"/>
          </a:xfrm>
          <a:solidFill>
            <a:schemeClr val="tx1">
              <a:lumMod val="75000"/>
            </a:schemeClr>
          </a:solidFill>
        </p:spPr>
        <p:txBody>
          <a:bodyPr lIns="0" tIns="1080000" rIns="0" anchor="ctr" anchorCtr="0"/>
          <a:lstStyle>
            <a:lvl1pPr marL="0" indent="0" algn="ctr">
              <a:buNone/>
              <a:defRPr sz="2400" b="0" i="0" baseline="0">
                <a:solidFill>
                  <a:schemeClr val="tx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Click icon to insert image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3" y="1017402"/>
            <a:ext cx="11012487" cy="917513"/>
          </a:xfrm>
          <a:solidFill>
            <a:schemeClr val="bg2">
              <a:alpha val="99950"/>
            </a:schemeClr>
          </a:solidFill>
        </p:spPr>
        <p:txBody>
          <a:bodyPr wrap="square" lIns="180000" tIns="180000" rIns="180000" bIns="180000">
            <a:spAutoFit/>
          </a:bodyPr>
          <a:lstStyle>
            <a:lvl1pPr>
              <a:defRPr sz="3600" b="1" spc="0" baseline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D869E-E124-4C9B-86F5-EB1AF46F875F}" type="datetime1">
              <a:rPr lang="en-GB" smtClean="0"/>
              <a:t>18/05/2026</a:t>
            </a:fld>
            <a:endParaRPr lang="en-GB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342F60A0-C020-A529-4A95-65C8AC9FA2C2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1400" b="1" dirty="0">
                <a:solidFill>
                  <a:schemeClr val="bg1"/>
                </a:solidFill>
                <a:latin typeface="Microsoft New Tai Lue"/>
              </a:rPr>
              <a:t>Highlight words </a:t>
            </a:r>
            <a:r>
              <a:rPr lang="en-GB" sz="1400" b="0" dirty="0">
                <a:solidFill>
                  <a:schemeClr val="bg1"/>
                </a:solidFill>
                <a:latin typeface="Microsoft New Tai Lue"/>
              </a:rPr>
              <a:t>in headline using </a:t>
            </a:r>
            <a:r>
              <a:rPr lang="en-GB" sz="1400" b="1" dirty="0">
                <a:solidFill>
                  <a:schemeClr val="bg1"/>
                </a:solidFill>
                <a:latin typeface="Microsoft New Tai Lue"/>
              </a:rPr>
              <a:t>bold   </a:t>
            </a:r>
            <a:endParaRPr lang="en-GB" sz="1400" b="0" dirty="0">
              <a:solidFill>
                <a:schemeClr val="bg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17171692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 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331200"/>
            <a:ext cx="12191999" cy="6526800"/>
          </a:xfrm>
          <a:solidFill>
            <a:schemeClr val="tx1">
              <a:lumMod val="75000"/>
            </a:schemeClr>
          </a:solidFill>
        </p:spPr>
        <p:txBody>
          <a:bodyPr lIns="0" tIns="2628000" rIns="0" anchor="t" anchorCtr="0"/>
          <a:lstStyle>
            <a:lvl1pPr marL="0" indent="0" algn="ctr">
              <a:buNone/>
              <a:defRPr sz="2400" b="0" i="0" baseline="0">
                <a:solidFill>
                  <a:schemeClr val="tx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Click icon to insert image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3" y="4161995"/>
            <a:ext cx="11012487" cy="2140380"/>
          </a:xfrm>
          <a:solidFill>
            <a:schemeClr val="bg1">
              <a:alpha val="46000"/>
            </a:schemeClr>
          </a:solidFill>
        </p:spPr>
        <p:txBody>
          <a:bodyPr wrap="square" lIns="252000" tIns="108000" rIns="252000" bIns="0">
            <a:spAutoFit/>
          </a:bodyPr>
          <a:lstStyle>
            <a:lvl1pPr algn="ctr">
              <a:defRPr sz="6600" b="1" cap="all" spc="0" baseline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         text...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CFB06-9E5C-4DC0-BDE6-1E991C758329}" type="datetime1">
              <a:rPr lang="en-GB" smtClean="0"/>
              <a:t>18/05/2026</a:t>
            </a:fld>
            <a:endParaRPr lang="en-GB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0AC6CF46-91DC-976D-9F2D-0F1B85D185F4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1400" b="1" dirty="0">
                <a:solidFill>
                  <a:schemeClr val="bg1"/>
                </a:solidFill>
                <a:latin typeface="Microsoft New Tai Lue"/>
              </a:rPr>
              <a:t>Highlight words </a:t>
            </a:r>
            <a:r>
              <a:rPr lang="en-GB" sz="1400" b="0" dirty="0">
                <a:solidFill>
                  <a:schemeClr val="bg1"/>
                </a:solidFill>
                <a:latin typeface="Microsoft New Tai Lue"/>
              </a:rPr>
              <a:t>in headline using </a:t>
            </a:r>
            <a:r>
              <a:rPr lang="en-GB" sz="1400" b="1" dirty="0">
                <a:solidFill>
                  <a:schemeClr val="bg1"/>
                </a:solidFill>
                <a:latin typeface="Microsoft New Tai Lue"/>
              </a:rPr>
              <a:t>bold   </a:t>
            </a:r>
            <a:endParaRPr lang="en-GB" sz="1400" b="0" dirty="0">
              <a:solidFill>
                <a:schemeClr val="bg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5732797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and comment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11D8F-85B9-4001-AF63-8B6D3CD2CF9F}" type="datetime1">
              <a:rPr lang="en-GB" smtClean="0"/>
              <a:t>18/05/2026</a:t>
            </a:fld>
            <a:endParaRPr lang="en-GB" dirty="0"/>
          </a:p>
        </p:txBody>
      </p:sp>
      <p:sp>
        <p:nvSpPr>
          <p:cNvPr id="7" name="?">
            <a:extLst>
              <a:ext uri="{FF2B5EF4-FFF2-40B4-BE49-F238E27FC236}">
                <a16:creationId xmlns:a16="http://schemas.microsoft.com/office/drawing/2014/main" id="{C9382B17-B390-C8C0-F5F8-7665434C718C}"/>
              </a:ext>
            </a:extLst>
          </p:cNvPr>
          <p:cNvSpPr/>
          <p:nvPr userDrawn="1"/>
        </p:nvSpPr>
        <p:spPr>
          <a:xfrm>
            <a:off x="3642413" y="900524"/>
            <a:ext cx="4787900" cy="5558804"/>
          </a:xfrm>
          <a:prstGeom prst="rect">
            <a:avLst/>
          </a:prstGeom>
        </p:spPr>
        <p:txBody>
          <a:bodyPr wrap="square" rtlCol="0" anchor="t" anchorCtr="0">
            <a:noAutofit/>
          </a:bodyPr>
          <a:lstStyle/>
          <a:p>
            <a:pPr algn="ctr">
              <a:lnSpc>
                <a:spcPct val="83000"/>
              </a:lnSpc>
            </a:pPr>
            <a:r>
              <a:rPr lang="en-GB" sz="59500" b="1" dirty="0">
                <a:solidFill>
                  <a:schemeClr val="tx1">
                    <a:alpha val="14559"/>
                  </a:schemeClr>
                </a:solidFill>
              </a:rPr>
              <a:t>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E0714F6-6F11-9826-9767-37567B1EC5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39732" y="1628776"/>
            <a:ext cx="9461718" cy="3999626"/>
          </a:xfrm>
        </p:spPr>
        <p:txBody>
          <a:bodyPr anchor="ctr" anchorCtr="0"/>
          <a:lstStyle>
            <a:lvl1pPr>
              <a:lnSpc>
                <a:spcPct val="83000"/>
              </a:lnSpc>
              <a:defRPr sz="96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861DB2-11FB-99E1-B80B-1463133B9A24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1400" b="1" dirty="0">
                <a:solidFill>
                  <a:schemeClr val="tx1"/>
                </a:solidFill>
                <a:latin typeface="Microsoft New Tai Lue"/>
              </a:rPr>
              <a:t>Highlight words </a:t>
            </a:r>
            <a:r>
              <a:rPr lang="en-GB" sz="1400" b="0" dirty="0">
                <a:solidFill>
                  <a:schemeClr val="tx1"/>
                </a:solidFill>
                <a:latin typeface="Microsoft New Tai Lue"/>
              </a:rPr>
              <a:t>in headline using </a:t>
            </a:r>
            <a:r>
              <a:rPr lang="en-GB" sz="1400" b="1" dirty="0">
                <a:solidFill>
                  <a:schemeClr val="tx1"/>
                </a:solidFill>
                <a:latin typeface="Microsoft New Tai Lue"/>
              </a:rPr>
              <a:t>bold   </a:t>
            </a:r>
            <a:endParaRPr lang="en-GB" sz="1400" b="0" dirty="0">
              <a:solidFill>
                <a:schemeClr val="tx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302728479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User 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dsholder til dato 3" hidden="1">
            <a:extLst>
              <a:ext uri="{FF2B5EF4-FFF2-40B4-BE49-F238E27FC236}">
                <a16:creationId xmlns:a16="http://schemas.microsoft.com/office/drawing/2014/main" id="{79C6BA40-0A49-7673-45A9-7C4D3541BA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6622F690-D5D4-4852-B56B-61A8F1BA299A}" type="datetime1">
              <a:rPr lang="en-GB" smtClean="0"/>
              <a:t>18/05/2026</a:t>
            </a:fld>
            <a:endParaRPr lang="en-GB" dirty="0"/>
          </a:p>
        </p:txBody>
      </p:sp>
      <p:sp>
        <p:nvSpPr>
          <p:cNvPr id="23" name="Pladsholder til sidefod 4" hidden="1">
            <a:extLst>
              <a:ext uri="{FF2B5EF4-FFF2-40B4-BE49-F238E27FC236}">
                <a16:creationId xmlns:a16="http://schemas.microsoft.com/office/drawing/2014/main" id="{F4D4719E-1E3F-B75D-AF75-C575C79D6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24" name="Pladsholder til slidenummer 5" hidden="1">
            <a:extLst>
              <a:ext uri="{FF2B5EF4-FFF2-40B4-BE49-F238E27FC236}">
                <a16:creationId xmlns:a16="http://schemas.microsoft.com/office/drawing/2014/main" id="{9434FDBC-E923-AFC0-E942-C95672454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91A926C-488A-4E3E-9C21-57CAA120E114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994A88-BF4A-BF39-B835-B0C753B4C19A}"/>
              </a:ext>
            </a:extLst>
          </p:cNvPr>
          <p:cNvSpPr txBox="1">
            <a:spLocks/>
          </p:cNvSpPr>
          <p:nvPr userDrawn="1"/>
        </p:nvSpPr>
        <p:spPr>
          <a:xfrm>
            <a:off x="588964" y="613649"/>
            <a:ext cx="11012486" cy="87992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100000"/>
              </a:lnSpc>
              <a:spcBef>
                <a:spcPct val="0"/>
              </a:spcBef>
              <a:buNone/>
              <a:defRPr sz="3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GB" sz="3000" dirty="0">
                <a:solidFill>
                  <a:schemeClr val="tx1"/>
                </a:solidFill>
              </a:rPr>
              <a:t>User guide </a:t>
            </a:r>
            <a:r>
              <a:rPr lang="en-GB" sz="1800" dirty="0">
                <a:solidFill>
                  <a:schemeClr val="tx1"/>
                </a:solidFill>
              </a:rPr>
              <a:t>– delete before use</a:t>
            </a:r>
          </a:p>
        </p:txBody>
      </p:sp>
      <p:sp>
        <p:nvSpPr>
          <p:cNvPr id="18" name="Text Box 48">
            <a:extLst>
              <a:ext uri="{FF2B5EF4-FFF2-40B4-BE49-F238E27FC236}">
                <a16:creationId xmlns:a16="http://schemas.microsoft.com/office/drawing/2014/main" id="{91151374-92CC-87E1-F9AB-1D43CA0CBE4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87376" y="1640495"/>
            <a:ext cx="1750290" cy="3876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en-GB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UCPH PowerPoint templates</a:t>
            </a:r>
            <a:br>
              <a:rPr lang="en-GB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When you open PowerPoint on your UCPH computer, </a:t>
            </a:r>
            <a:r>
              <a:rPr lang="en-GB" sz="800" kern="1200" dirty="0">
                <a:solidFill>
                  <a:schemeClr val="tx1"/>
                </a:solidFill>
                <a:effectLst/>
                <a:latin typeface="Arial" charset="0"/>
                <a:ea typeface="Calibri" panose="020F0502020204030204" pitchFamily="34" charset="0"/>
                <a:cs typeface="Times New Roman" panose="02020603050405020304" pitchFamily="18" charset="0"/>
              </a:rPr>
              <a:t>PowerPoint opens 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 template in 16:9 format with an English UCPH logo.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When you click on the UCPH tab in the toolbar, click "Select Template" to choose between templates</a:t>
            </a:r>
          </a:p>
          <a:p>
            <a:pPr marL="88900" indent="-88900" eaLnBrk="1" hangingPunct="1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in Danish and English </a:t>
            </a:r>
          </a:p>
          <a:p>
            <a:pPr marL="88900" indent="-88900" eaLnBrk="1" hangingPunct="1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in 16:9 format</a:t>
            </a:r>
          </a:p>
          <a:p>
            <a:pPr marL="88900" indent="-88900" eaLnBrk="1" hangingPunct="1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in "full" or “small" versions (in the full version there is an example of each slide type in the left-hand window)</a:t>
            </a:r>
          </a:p>
          <a:p>
            <a:pPr marL="88900" indent="-88900" eaLnBrk="1" hangingPunct="1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as well as an example slide with text in English.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If you use a 'full' version, you must delete the slides you do not want to use.</a:t>
            </a:r>
            <a:b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Mac users and others can download PowerPoint templates at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GB" sz="800" dirty="0">
                <a:solidFill>
                  <a:schemeClr val="accent4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www.designguide.ku.dk/skabeloner/powerpoint/praesentationer/</a:t>
            </a:r>
            <a:endParaRPr lang="en-GB" sz="800" dirty="0">
              <a:solidFill>
                <a:schemeClr val="accent4"/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8" name="Text Box 48">
            <a:extLst>
              <a:ext uri="{FF2B5EF4-FFF2-40B4-BE49-F238E27FC236}">
                <a16:creationId xmlns:a16="http://schemas.microsoft.com/office/drawing/2014/main" id="{CC1000A9-67B6-3DBE-1556-907DFA8F39D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570384" y="3966227"/>
            <a:ext cx="1755548" cy="1763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Insert your unit name (e.g. your department), page numbers and the date</a:t>
            </a:r>
            <a:b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en-GB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1. 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Click on </a:t>
            </a:r>
            <a:r>
              <a:rPr lang="en-GB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Insert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in the top menu</a:t>
            </a:r>
          </a:p>
          <a:p>
            <a:pPr>
              <a:lnSpc>
                <a:spcPct val="90000"/>
              </a:lnSpc>
              <a:spcAft>
                <a:spcPts val="1000"/>
              </a:spcAft>
            </a:pPr>
            <a:r>
              <a:rPr lang="en-GB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2. 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lang="en-GB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Header and Footer</a:t>
            </a:r>
          </a:p>
          <a:p>
            <a:pPr>
              <a:lnSpc>
                <a:spcPct val="90000"/>
              </a:lnSpc>
              <a:spcAft>
                <a:spcPts val="1000"/>
              </a:spcAft>
            </a:pPr>
            <a:r>
              <a:rPr lang="en-GB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3. 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Fill in the fields</a:t>
            </a:r>
          </a:p>
          <a:p>
            <a:pPr>
              <a:lnSpc>
                <a:spcPct val="90000"/>
              </a:lnSpc>
              <a:spcAft>
                <a:spcPts val="1000"/>
              </a:spcAft>
            </a:pPr>
            <a:r>
              <a:rPr lang="en-GB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4. 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lang="en-GB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Apply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to all 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or </a:t>
            </a:r>
            <a:r>
              <a:rPr lang="en-GB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Apply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if it is only to be used on a single slide</a:t>
            </a:r>
          </a:p>
          <a:p>
            <a:pPr>
              <a:lnSpc>
                <a:spcPct val="90000"/>
              </a:lnSpc>
              <a:spcAft>
                <a:spcPts val="1000"/>
              </a:spcAft>
            </a:pP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The information goes on the right-hand side of the page in the grey top bar.</a:t>
            </a:r>
          </a:p>
        </p:txBody>
      </p:sp>
      <p:sp>
        <p:nvSpPr>
          <p:cNvPr id="30" name="Text Box 48">
            <a:extLst>
              <a:ext uri="{FF2B5EF4-FFF2-40B4-BE49-F238E27FC236}">
                <a16:creationId xmlns:a16="http://schemas.microsoft.com/office/drawing/2014/main" id="{57AF5228-50BD-AF36-C290-EB6F54DA4AE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87375" y="5688880"/>
            <a:ext cx="189959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en-GB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Create a new slide (2010 + 2013 and 2016 version) </a:t>
            </a:r>
            <a:br>
              <a:rPr lang="en-GB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8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8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on </a:t>
            </a:r>
            <a:r>
              <a:rPr lang="en-GB" altLang="da-DK" sz="8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Home</a:t>
            </a:r>
          </a:p>
        </p:txBody>
      </p:sp>
      <p:pic>
        <p:nvPicPr>
          <p:cNvPr id="32" name="Billede 40">
            <a:extLst>
              <a:ext uri="{FF2B5EF4-FFF2-40B4-BE49-F238E27FC236}">
                <a16:creationId xmlns:a16="http://schemas.microsoft.com/office/drawing/2014/main" id="{47DEC83E-2557-C64A-8710-5E90C5500CC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6944" r="2272" b="69429"/>
          <a:stretch/>
        </p:blipFill>
        <p:spPr>
          <a:xfrm>
            <a:off x="4157637" y="2896656"/>
            <a:ext cx="395416" cy="126627"/>
          </a:xfrm>
          <a:prstGeom prst="rect">
            <a:avLst/>
          </a:prstGeom>
        </p:spPr>
      </p:pic>
      <p:sp>
        <p:nvSpPr>
          <p:cNvPr id="34" name="Text Box 48">
            <a:extLst>
              <a:ext uri="{FF2B5EF4-FFF2-40B4-BE49-F238E27FC236}">
                <a16:creationId xmlns:a16="http://schemas.microsoft.com/office/drawing/2014/main" id="{296B2A40-51DD-3C24-64B4-9C261EFED2F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570384" y="2582327"/>
            <a:ext cx="1624241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en-GB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Replace slide type</a:t>
            </a:r>
            <a:br>
              <a:rPr lang="en-GB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8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8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on </a:t>
            </a:r>
            <a:r>
              <a:rPr lang="en-GB" altLang="da-DK" sz="8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Home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8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</a:t>
            </a:r>
            <a:r>
              <a:rPr lang="en-GB" altLang="da-DK" sz="8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GB" altLang="da-DK" sz="8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Select </a:t>
            </a:r>
            <a:r>
              <a:rPr lang="en-GB" altLang="da-DK" sz="8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Layout</a:t>
            </a:r>
            <a:r>
              <a:rPr lang="en-GB" altLang="da-DK" sz="8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to change the layout of your current slide.</a:t>
            </a:r>
          </a:p>
        </p:txBody>
      </p:sp>
      <p:sp>
        <p:nvSpPr>
          <p:cNvPr id="36" name="Text Box 48">
            <a:extLst>
              <a:ext uri="{FF2B5EF4-FFF2-40B4-BE49-F238E27FC236}">
                <a16:creationId xmlns:a16="http://schemas.microsoft.com/office/drawing/2014/main" id="{26A5352B-2D88-0049-FF68-7A3677982A2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570384" y="3315092"/>
            <a:ext cx="163462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en-GB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Font</a:t>
            </a:r>
            <a:br>
              <a:rPr lang="en-GB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8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UCPH uses the font Microsoft New Tai Lue in PowerPoint.</a:t>
            </a:r>
            <a:endParaRPr lang="en-GB" altLang="da-DK" sz="800" b="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8" name="Text Box 48">
            <a:extLst>
              <a:ext uri="{FF2B5EF4-FFF2-40B4-BE49-F238E27FC236}">
                <a16:creationId xmlns:a16="http://schemas.microsoft.com/office/drawing/2014/main" id="{F1FD1FCB-14AB-C8C8-E3B6-3A9C2354347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739114" y="1627125"/>
            <a:ext cx="1634624" cy="2339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Gridliness and Guides</a:t>
            </a:r>
            <a:b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To see gridlines and guides</a:t>
            </a:r>
          </a:p>
          <a:p>
            <a:pPr marL="0" indent="0" eaLnBrk="1" hangingPunct="1">
              <a:lnSpc>
                <a:spcPct val="90000"/>
              </a:lnSpc>
              <a:spcAft>
                <a:spcPts val="600"/>
              </a:spcAft>
              <a:buNone/>
              <a:defRPr/>
            </a:pP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1. 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Click on </a:t>
            </a: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View</a:t>
            </a:r>
          </a:p>
          <a:p>
            <a:pPr marL="0" indent="0" eaLnBrk="1" hangingPunct="1">
              <a:lnSpc>
                <a:spcPct val="90000"/>
              </a:lnSpc>
              <a:spcAft>
                <a:spcPts val="600"/>
              </a:spcAft>
              <a:buNone/>
              <a:defRPr/>
            </a:pP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2. 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Select </a:t>
            </a: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Gridlines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and/or </a:t>
            </a: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Guides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To establish additional gridlines and guides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1. 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Hover the mouse over an existing gridline and click on the line (coordinates of the line are displayed)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2. 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Hold down the </a:t>
            </a: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CTRL key 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while you move the location of the line (adds a new line).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Tip: 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Press Alt + F9 for a rapid display of gridlines</a:t>
            </a:r>
          </a:p>
        </p:txBody>
      </p:sp>
      <p:sp>
        <p:nvSpPr>
          <p:cNvPr id="40" name="Text Box 48">
            <a:extLst>
              <a:ext uri="{FF2B5EF4-FFF2-40B4-BE49-F238E27FC236}">
                <a16:creationId xmlns:a16="http://schemas.microsoft.com/office/drawing/2014/main" id="{C4D76095-C685-6F22-B51D-0AFAF348C4C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728822" y="4141417"/>
            <a:ext cx="1634624" cy="21452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Insert picture</a:t>
            </a:r>
            <a:b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On layouts with picture placeholders: Click the icon and select </a:t>
            </a: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Insert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The text  ”Clik here to insert image” will not be visible in presentation mode.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You can find UCPH-images, which are adapted to and minimised to 16:9 format via this link: </a:t>
            </a:r>
            <a:b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GB" sz="800" b="0" noProof="1">
                <a:solidFill>
                  <a:schemeClr val="accent4"/>
                </a:solidFill>
                <a:latin typeface="+mj-lt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https://image.ku.dk/shared/aZwD18034DnM3TYEw9XagEF6kxI6MLkV</a:t>
            </a:r>
            <a:endParaRPr lang="en-GB" sz="800" b="0" noProof="1">
              <a:solidFill>
                <a:schemeClr val="accent4"/>
              </a:solidFill>
              <a:latin typeface="+mj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Select slide show-view to activate the link.</a:t>
            </a:r>
          </a:p>
        </p:txBody>
      </p:sp>
      <p:sp>
        <p:nvSpPr>
          <p:cNvPr id="42" name="Text Box 48">
            <a:extLst>
              <a:ext uri="{FF2B5EF4-FFF2-40B4-BE49-F238E27FC236}">
                <a16:creationId xmlns:a16="http://schemas.microsoft.com/office/drawing/2014/main" id="{449B76C2-6958-26C2-DD52-28127622EE0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91561" y="1640495"/>
            <a:ext cx="1634624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Image sizes</a:t>
            </a:r>
            <a:b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The optimal picture size is: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16:9-format: 1.500 x 818 pixels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Save the images in 72 dpi and in "jpg medium quality"</a:t>
            </a:r>
          </a:p>
        </p:txBody>
      </p:sp>
      <p:sp>
        <p:nvSpPr>
          <p:cNvPr id="44" name="Text Box 48">
            <a:extLst>
              <a:ext uri="{FF2B5EF4-FFF2-40B4-BE49-F238E27FC236}">
                <a16:creationId xmlns:a16="http://schemas.microsoft.com/office/drawing/2014/main" id="{B1B679C7-F81E-AF72-3832-BC2B20AF81E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91561" y="2720006"/>
            <a:ext cx="1634624" cy="1920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Trimming pictures</a:t>
            </a:r>
            <a:b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1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. Click</a:t>
            </a: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Crop 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to change the image focus/size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2. 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If you want to scale the picture, hold the </a:t>
            </a: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SHIFT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button down while dragging in the image corners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3. 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Right-click on the picture and select </a:t>
            </a: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Send to back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Tip: 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If you delete the picture and inserts a new, the picture may be in front of text and graphics. If this happens, you must select the image, right-click and select </a:t>
            </a: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Send to back</a:t>
            </a:r>
          </a:p>
        </p:txBody>
      </p:sp>
      <p:sp>
        <p:nvSpPr>
          <p:cNvPr id="46" name="Text Box 48">
            <a:extLst>
              <a:ext uri="{FF2B5EF4-FFF2-40B4-BE49-F238E27FC236}">
                <a16:creationId xmlns:a16="http://schemas.microsoft.com/office/drawing/2014/main" id="{DBC859E9-AAD9-582D-9CAB-53B97A96B2F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91561" y="4765322"/>
            <a:ext cx="1634624" cy="994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Template colors</a:t>
            </a:r>
            <a:b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You can choose between a range of colors for backgrounds and graphs.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Right-click on the surface of which you want to change the color and then click on the paint can icon</a:t>
            </a:r>
          </a:p>
        </p:txBody>
      </p:sp>
      <p:sp>
        <p:nvSpPr>
          <p:cNvPr id="48" name="Text Box 48">
            <a:extLst>
              <a:ext uri="{FF2B5EF4-FFF2-40B4-BE49-F238E27FC236}">
                <a16:creationId xmlns:a16="http://schemas.microsoft.com/office/drawing/2014/main" id="{5BDA7DE1-7BD9-6953-4F2C-C23FAB665D3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91561" y="5815137"/>
            <a:ext cx="163462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Further information</a:t>
            </a:r>
            <a:b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See</a:t>
            </a:r>
            <a:r>
              <a:rPr lang="en-GB" sz="800" b="0" baseline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</a:t>
            </a:r>
            <a:br>
              <a:rPr lang="en-GB" sz="800" b="0" baseline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en-GB" sz="800" b="0" noProof="1">
                <a:solidFill>
                  <a:schemeClr val="accent4"/>
                </a:solidFill>
                <a:latin typeface="+mj-lt"/>
                <a:cs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www.designguide.ku.dk/</a:t>
            </a:r>
            <a:br>
              <a:rPr lang="en-GB" sz="800" b="0" noProof="1">
                <a:solidFill>
                  <a:schemeClr val="accent4"/>
                </a:solidFill>
                <a:latin typeface="+mj-lt"/>
                <a:cs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en-GB" sz="800" b="0" noProof="1">
                <a:solidFill>
                  <a:schemeClr val="accent4"/>
                </a:solidFill>
                <a:latin typeface="+mj-lt"/>
                <a:cs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skabeloner/powerpoint/</a:t>
            </a:r>
            <a:br>
              <a:rPr lang="en-GB" sz="800" b="0" noProof="1">
                <a:solidFill>
                  <a:schemeClr val="accent4"/>
                </a:solidFill>
                <a:latin typeface="+mj-lt"/>
                <a:cs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en-GB" sz="800" b="0" noProof="1">
                <a:solidFill>
                  <a:schemeClr val="accent4"/>
                </a:solidFill>
                <a:latin typeface="+mj-lt"/>
                <a:cs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praesentationer/</a:t>
            </a:r>
            <a:endParaRPr lang="en-GB" sz="800" b="0" noProof="1">
              <a:solidFill>
                <a:schemeClr val="accent4"/>
              </a:solidFill>
              <a:latin typeface="+mj-lt"/>
              <a:cs typeface="Arial" panose="020B0604020202020204" pitchFamily="34" charset="0"/>
            </a:endParaRPr>
          </a:p>
        </p:txBody>
      </p:sp>
      <p:pic>
        <p:nvPicPr>
          <p:cNvPr id="50" name="Billede 25">
            <a:extLst>
              <a:ext uri="{FF2B5EF4-FFF2-40B4-BE49-F238E27FC236}">
                <a16:creationId xmlns:a16="http://schemas.microsoft.com/office/drawing/2014/main" id="{2BC7410A-935F-DC4A-F8A5-7F39AC457C1E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6268044" y="4201412"/>
            <a:ext cx="257327" cy="275280"/>
          </a:xfrm>
          <a:prstGeom prst="rect">
            <a:avLst/>
          </a:prstGeom>
        </p:spPr>
      </p:pic>
      <p:pic>
        <p:nvPicPr>
          <p:cNvPr id="52" name="Billede 36">
            <a:extLst>
              <a:ext uri="{FF2B5EF4-FFF2-40B4-BE49-F238E27FC236}">
                <a16:creationId xmlns:a16="http://schemas.microsoft.com/office/drawing/2014/main" id="{56A21FCA-F356-F238-3DEE-A13BEFECD377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8223538" y="2795378"/>
            <a:ext cx="288708" cy="275280"/>
          </a:xfrm>
          <a:prstGeom prst="rect">
            <a:avLst/>
          </a:prstGeom>
        </p:spPr>
      </p:pic>
      <p:pic>
        <p:nvPicPr>
          <p:cNvPr id="54" name="Billede 37">
            <a:extLst>
              <a:ext uri="{FF2B5EF4-FFF2-40B4-BE49-F238E27FC236}">
                <a16:creationId xmlns:a16="http://schemas.microsoft.com/office/drawing/2014/main" id="{8288A8D2-A953-FCF5-C54C-BED0258209D5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8241826" y="3187789"/>
            <a:ext cx="223122" cy="228843"/>
          </a:xfrm>
          <a:prstGeom prst="rect">
            <a:avLst/>
          </a:prstGeom>
        </p:spPr>
      </p:pic>
      <p:sp>
        <p:nvSpPr>
          <p:cNvPr id="56" name="Text Box 48">
            <a:extLst>
              <a:ext uri="{FF2B5EF4-FFF2-40B4-BE49-F238E27FC236}">
                <a16:creationId xmlns:a16="http://schemas.microsoft.com/office/drawing/2014/main" id="{1AAEA91B-6C9C-9157-EFF5-6EEB67507A8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570384" y="1666128"/>
            <a:ext cx="1768136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en-GB" altLang="da-DK" sz="8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</a:t>
            </a:r>
            <a:r>
              <a:rPr lang="en-GB" altLang="da-DK" sz="8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GB" altLang="da-DK" sz="8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Under the </a:t>
            </a:r>
            <a:r>
              <a:rPr lang="en-GB" altLang="da-DK" sz="8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New slide </a:t>
            </a:r>
            <a:r>
              <a:rPr lang="en-GB" altLang="da-DK" sz="8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button Click on the top part of the button to create a slide identical to the one selected. Click on the bottom part of the button to see a selection of possible layout choices</a:t>
            </a:r>
            <a:endParaRPr lang="en-GB" altLang="da-DK" sz="8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58" name="Picture 61">
            <a:extLst>
              <a:ext uri="{FF2B5EF4-FFF2-40B4-BE49-F238E27FC236}">
                <a16:creationId xmlns:a16="http://schemas.microsoft.com/office/drawing/2014/main" id="{874C9D93-430E-897F-0010-953653748BCE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4271879" y="1743737"/>
            <a:ext cx="243186" cy="432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27937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theme" Target="../theme/theme1.xml"/><Relationship Id="rId32" Type="http://schemas.openxmlformats.org/officeDocument/2006/relationships/image" Target="../media/image1.emf"/><Relationship Id="rId33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588965" y="620714"/>
            <a:ext cx="11012486" cy="86485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 err="1"/>
              <a:t>Klik</a:t>
            </a:r>
            <a:r>
              <a:rPr lang="en-GB" dirty="0"/>
              <a:t> for at </a:t>
            </a:r>
            <a:r>
              <a:rPr lang="en-GB" dirty="0" err="1"/>
              <a:t>redigere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588964" y="1628775"/>
            <a:ext cx="11012487" cy="4673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dirty="0" err="1"/>
              <a:t>Klik</a:t>
            </a:r>
            <a:r>
              <a:rPr lang="en-GB" dirty="0"/>
              <a:t> for at </a:t>
            </a:r>
            <a:r>
              <a:rPr lang="en-GB" dirty="0" err="1"/>
              <a:t>redigere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master</a:t>
            </a:r>
          </a:p>
          <a:p>
            <a:pPr lvl="1"/>
            <a:r>
              <a:rPr lang="en-GB" dirty="0" err="1"/>
              <a:t>Andet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Tredje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3"/>
            <a:r>
              <a:rPr lang="en-GB" dirty="0"/>
              <a:t>4</a:t>
            </a:r>
          </a:p>
          <a:p>
            <a:pPr lvl="4"/>
            <a:r>
              <a:rPr lang="en-GB" dirty="0"/>
              <a:t>5</a:t>
            </a:r>
          </a:p>
          <a:p>
            <a:pPr lvl="5"/>
            <a:r>
              <a:rPr lang="en-GB" dirty="0"/>
              <a:t>6</a:t>
            </a:r>
          </a:p>
          <a:p>
            <a:pPr lvl="6"/>
            <a:r>
              <a:rPr lang="en-GB" dirty="0"/>
              <a:t>7</a:t>
            </a:r>
          </a:p>
          <a:p>
            <a:pPr lvl="7"/>
            <a:r>
              <a:rPr lang="en-GB" dirty="0"/>
              <a:t>8</a:t>
            </a:r>
          </a:p>
          <a:p>
            <a:pPr lvl="8"/>
            <a:r>
              <a:rPr lang="en-GB" dirty="0"/>
              <a:t>9</a:t>
            </a:r>
          </a:p>
        </p:txBody>
      </p:sp>
      <p:sp>
        <p:nvSpPr>
          <p:cNvPr id="10" name="Rectangle 19">
            <a:extLst>
              <a:ext uri="{FF2B5EF4-FFF2-40B4-BE49-F238E27FC236}">
                <a16:creationId xmlns:a16="http://schemas.microsoft.com/office/drawing/2014/main" id="{AF5BBBEC-8DDA-37BC-3B1E-5DB781A5DDC2}"/>
              </a:ext>
            </a:extLst>
          </p:cNvPr>
          <p:cNvSpPr/>
          <p:nvPr userDrawn="1"/>
        </p:nvSpPr>
        <p:spPr>
          <a:xfrm>
            <a:off x="0" y="0"/>
            <a:ext cx="12192000" cy="332655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100000">
                <a:srgbClr val="EEEFEE">
                  <a:alpha val="92941"/>
                </a:srgbClr>
              </a:gs>
            </a:gsLst>
            <a:lin ang="5400000" scaled="0"/>
            <a:tileRect/>
          </a:gradFill>
          <a:ln w="381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3236495" y="85745"/>
            <a:ext cx="6981162" cy="17679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rgbClr val="333333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11219691" y="85745"/>
            <a:ext cx="381759" cy="17679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rgbClr val="333333"/>
                </a:solidFill>
              </a:defRPr>
            </a:lvl1pPr>
          </a:lstStyle>
          <a:p>
            <a:fld id="{091A926C-488A-4E3E-9C21-57CAA120E114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2"/>
          </p:nvPr>
        </p:nvSpPr>
        <p:spPr>
          <a:xfrm>
            <a:off x="10329111" y="85745"/>
            <a:ext cx="814976" cy="17679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rgbClr val="333333"/>
                </a:solidFill>
              </a:defRPr>
            </a:lvl1pPr>
          </a:lstStyle>
          <a:p>
            <a:fld id="{0FFE5DD6-2126-4C5A-ADA9-CF5BE748E714}" type="datetime1">
              <a:rPr lang="en-GB" smtClean="0"/>
              <a:t>18/05/2026</a:t>
            </a:fld>
            <a:endParaRPr lang="en-GB" dirty="0"/>
          </a:p>
        </p:txBody>
      </p:sp>
      <p:pic>
        <p:nvPicPr>
          <p:cNvPr id="7" name="Picture 11">
            <a:extLst>
              <a:ext uri="{FF2B5EF4-FFF2-40B4-BE49-F238E27FC236}">
                <a16:creationId xmlns:a16="http://schemas.microsoft.com/office/drawing/2014/main" id="{2B48C9BE-CCF6-3266-2B8E-D27C7F011C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2"/>
          <a:srcRect l="12043" t="11448" r="17199" b="13844"/>
          <a:stretch/>
        </p:blipFill>
        <p:spPr>
          <a:xfrm>
            <a:off x="335534" y="63578"/>
            <a:ext cx="166516" cy="211296"/>
          </a:xfrm>
          <a:prstGeom prst="rect">
            <a:avLst/>
          </a:prstGeom>
        </p:spPr>
      </p:pic>
      <p:pic>
        <p:nvPicPr>
          <p:cNvPr id="13" name="Picture 27">
            <a:extLst>
              <a:ext uri="{FF2B5EF4-FFF2-40B4-BE49-F238E27FC236}">
                <a16:creationId xmlns:a16="http://schemas.microsoft.com/office/drawing/2014/main" id="{863DD73D-5725-327E-8366-645E99E26ECD}"/>
              </a:ext>
            </a:extLst>
          </p:cNvPr>
          <p:cNvPicPr>
            <a:picLocks noChangeAspect="1"/>
          </p:cNvPicPr>
          <p:nvPr userDrawn="1"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94" y="96467"/>
            <a:ext cx="2332648" cy="15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620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59" r:id="rId2"/>
    <p:sldLayoutId id="2147483671" r:id="rId3"/>
    <p:sldLayoutId id="2147483701" r:id="rId4"/>
    <p:sldLayoutId id="2147483674" r:id="rId5"/>
    <p:sldLayoutId id="2147483670" r:id="rId6"/>
    <p:sldLayoutId id="2147483660" r:id="rId7"/>
    <p:sldLayoutId id="2147483662" r:id="rId8"/>
    <p:sldLayoutId id="2147483684" r:id="rId9"/>
    <p:sldLayoutId id="2147483685" r:id="rId10"/>
    <p:sldLayoutId id="2147483664" r:id="rId11"/>
    <p:sldLayoutId id="2147483665" r:id="rId12"/>
    <p:sldLayoutId id="2147483689" r:id="rId13"/>
    <p:sldLayoutId id="2147483702" r:id="rId14"/>
    <p:sldLayoutId id="2147483703" r:id="rId15"/>
    <p:sldLayoutId id="2147483694" r:id="rId16"/>
    <p:sldLayoutId id="2147483692" r:id="rId17"/>
    <p:sldLayoutId id="2147483691" r:id="rId18"/>
    <p:sldLayoutId id="2147483697" r:id="rId19"/>
    <p:sldLayoutId id="2147483704" r:id="rId20"/>
    <p:sldLayoutId id="2147483705" r:id="rId21"/>
    <p:sldLayoutId id="2147483695" r:id="rId22"/>
    <p:sldLayoutId id="2147483698" r:id="rId23"/>
    <p:sldLayoutId id="2147483706" r:id="rId24"/>
    <p:sldLayoutId id="2147483707" r:id="rId25"/>
    <p:sldLayoutId id="2147483708" r:id="rId26"/>
    <p:sldLayoutId id="2147483709" r:id="rId27"/>
    <p:sldLayoutId id="2147483710" r:id="rId28"/>
    <p:sldLayoutId id="2147483693" r:id="rId29"/>
    <p:sldLayoutId id="2147483688" r:id="rId30"/>
  </p:sldLayoutIdLst>
  <p:hf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000" b="0" i="0" kern="1200" spc="60" baseline="0">
          <a:solidFill>
            <a:schemeClr val="accent1"/>
          </a:solidFill>
          <a:latin typeface="+mj-lt"/>
          <a:ea typeface="Open Sans Extrabold" panose="020B0606030504020204" pitchFamily="34" charset="0"/>
          <a:cs typeface="Microsoft New Tai Lue" panose="020B0502040204020203" pitchFamily="34" charset="0"/>
        </a:defRPr>
      </a:lvl1pPr>
    </p:titleStyle>
    <p:bodyStyle>
      <a:lvl1pPr marL="360000" indent="-36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lang="da-DK" sz="2400" b="0" i="0" kern="1200" spc="60" baseline="0" dirty="0" smtClean="0">
          <a:solidFill>
            <a:schemeClr val="tx1"/>
          </a:solidFill>
          <a:latin typeface="+mn-lt"/>
          <a:ea typeface="+mn-ea"/>
          <a:cs typeface="Microsoft New Tai Lue" panose="020B0502040204020203" pitchFamily="34" charset="0"/>
        </a:defRPr>
      </a:lvl1pPr>
      <a:lvl2pPr marL="719138" marR="0" indent="-358775" algn="l" defTabSz="914400" rtl="0" eaLnBrk="1" fontAlgn="auto" latinLnBrk="0" hangingPunct="1">
        <a:lnSpc>
          <a:spcPct val="10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lang="da-DK" sz="2000" b="0" i="0" kern="1200" spc="60" baseline="0" dirty="0" smtClean="0">
          <a:solidFill>
            <a:schemeClr val="tx1"/>
          </a:solidFill>
          <a:latin typeface="+mn-lt"/>
          <a:ea typeface="+mn-ea"/>
          <a:cs typeface="Microsoft New Tai Lue" panose="020B0502040204020203" pitchFamily="34" charset="0"/>
        </a:defRPr>
      </a:lvl2pPr>
      <a:lvl3pPr marL="1072800" indent="-352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a-DK" sz="1800" b="0" i="0" kern="1200" baseline="0" dirty="0" smtClean="0">
          <a:solidFill>
            <a:schemeClr val="tx1"/>
          </a:solidFill>
          <a:latin typeface="+mn-lt"/>
          <a:ea typeface="+mn-ea"/>
          <a:cs typeface="Microsoft New Tai Lue" panose="020B0502040204020203" pitchFamily="34" charset="0"/>
        </a:defRPr>
      </a:lvl3pPr>
      <a:lvl4pPr marL="1072800" indent="-352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a-DK" sz="1800" b="0" i="0" kern="1200" dirty="0" smtClean="0">
          <a:solidFill>
            <a:schemeClr val="tx1"/>
          </a:solidFill>
          <a:latin typeface="+mn-lt"/>
          <a:ea typeface="+mn-ea"/>
          <a:cs typeface="Microsoft New Tai Lue" panose="020B0502040204020203" pitchFamily="34" charset="0"/>
        </a:defRPr>
      </a:lvl4pPr>
      <a:lvl5pPr marL="1072800" indent="-352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a-DK" sz="1800" b="0" i="0" kern="1200" spc="60" baseline="0" dirty="0" smtClean="0">
          <a:solidFill>
            <a:schemeClr val="tx1"/>
          </a:solidFill>
          <a:latin typeface="+mn-lt"/>
          <a:ea typeface="+mn-ea"/>
          <a:cs typeface="Microsoft New Tai Lue" panose="020B0502040204020203" pitchFamily="34" charset="0"/>
        </a:defRPr>
      </a:lvl5pPr>
      <a:lvl6pPr marL="1072800" indent="-352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a-DK" sz="1800" b="0" i="0" kern="1200" dirty="0" smtClean="0">
          <a:solidFill>
            <a:schemeClr val="tx1"/>
          </a:solidFill>
          <a:latin typeface="+mn-lt"/>
          <a:ea typeface="+mn-ea"/>
          <a:cs typeface="Microsoft New Tai Lue" panose="020B0502040204020203" pitchFamily="34" charset="0"/>
        </a:defRPr>
      </a:lvl6pPr>
      <a:lvl7pPr marL="1072800" indent="-352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a-DK" sz="1800" b="0" i="0" kern="1200" dirty="0" smtClean="0">
          <a:solidFill>
            <a:schemeClr val="tx1"/>
          </a:solidFill>
          <a:latin typeface="+mn-lt"/>
          <a:ea typeface="+mn-ea"/>
          <a:cs typeface="Microsoft New Tai Lue" panose="020B0502040204020203" pitchFamily="34" charset="0"/>
        </a:defRPr>
      </a:lvl7pPr>
      <a:lvl8pPr marL="1072800" indent="-352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a-DK" sz="1800" b="0" i="0" kern="1200" dirty="0" smtClean="0">
          <a:solidFill>
            <a:schemeClr val="tx1"/>
          </a:solidFill>
          <a:latin typeface="+mn-lt"/>
          <a:ea typeface="+mn-ea"/>
          <a:cs typeface="Microsoft New Tai Lue" panose="020B0502040204020203" pitchFamily="34" charset="0"/>
        </a:defRPr>
      </a:lvl8pPr>
      <a:lvl9pPr marL="1072800" indent="-352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a-DK" sz="1800" b="0" i="0" kern="1200" dirty="0" smtClean="0">
          <a:solidFill>
            <a:schemeClr val="tx1"/>
          </a:solidFill>
          <a:latin typeface="+mn-lt"/>
          <a:ea typeface="+mn-ea"/>
          <a:cs typeface="Microsoft New Tai Lue" panose="020B0502040204020203" pitchFamily="34" charset="0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" userDrawn="1">
          <p15:clr>
            <a:srgbClr val="F26B43"/>
          </p15:clr>
        </p15:guide>
        <p15:guide id="4" orient="horz" pos="935" userDrawn="1">
          <p15:clr>
            <a:srgbClr val="F26B43"/>
          </p15:clr>
        </p15:guide>
        <p15:guide id="5" pos="371" userDrawn="1">
          <p15:clr>
            <a:srgbClr val="F26B43"/>
          </p15:clr>
        </p15:guide>
        <p15:guide id="6" pos="7308" userDrawn="1">
          <p15:clr>
            <a:srgbClr val="F26B43"/>
          </p15:clr>
        </p15:guide>
        <p15:guide id="7" orient="horz" pos="1026" userDrawn="1">
          <p15:clr>
            <a:srgbClr val="F26B43"/>
          </p15:clr>
        </p15:guide>
        <p15:guide id="8" orient="horz" pos="397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6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7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Investigating Methods for Polymicrogyria Classification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a-DK" sz="3000" dirty="0" err="1"/>
              <a:t>Investigating</a:t>
            </a:r>
            <a:r>
              <a:rPr lang="da-DK" sz="3000" dirty="0"/>
              <a:t> Methods for </a:t>
            </a:r>
            <a:r>
              <a:rPr lang="da-DK" sz="3000" dirty="0" err="1"/>
              <a:t>Polymicrogyria</a:t>
            </a:r>
            <a:endParaRPr lang="da-DK" sz="3000" dirty="0"/>
          </a:p>
          <a:p>
            <a:r>
              <a:rPr lang="da-DK" sz="3000" dirty="0" err="1"/>
              <a:t>Classification</a:t>
            </a:r>
            <a:endParaRPr sz="3000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587376" y="2514916"/>
            <a:ext cx="4946648" cy="726435"/>
          </a:xfrm>
        </p:spPr>
        <p:txBody>
          <a:bodyPr/>
          <a:lstStyle/>
          <a:p>
            <a:r>
              <a:rPr sz="2000" dirty="0"/>
              <a:t>A </a:t>
            </a:r>
            <a:r>
              <a:rPr sz="2000" dirty="0" err="1"/>
              <a:t>replication</a:t>
            </a:r>
            <a:r>
              <a:rPr sz="2000" dirty="0"/>
              <a:t> of </a:t>
            </a:r>
            <a:r>
              <a:rPr sz="2000" dirty="0" err="1"/>
              <a:t>Guha</a:t>
            </a:r>
            <a:r>
              <a:rPr sz="2000" dirty="0"/>
              <a:t> et al. </a:t>
            </a:r>
          </a:p>
          <a:p>
            <a:r>
              <a:rPr sz="2000" dirty="0"/>
              <a:t>“Automated </a:t>
            </a:r>
            <a:r>
              <a:rPr sz="2000" dirty="0" err="1"/>
              <a:t>detection</a:t>
            </a:r>
            <a:r>
              <a:rPr sz="2000" dirty="0"/>
              <a:t> of </a:t>
            </a:r>
            <a:r>
              <a:rPr sz="2000" dirty="0" err="1"/>
              <a:t>polymicrogyria</a:t>
            </a:r>
            <a:r>
              <a:rPr sz="2000" dirty="0"/>
              <a:t> in </a:t>
            </a:r>
            <a:r>
              <a:rPr sz="2000" dirty="0" err="1"/>
              <a:t>pediatric</a:t>
            </a:r>
            <a:r>
              <a:rPr sz="2000" dirty="0"/>
              <a:t> patients </a:t>
            </a:r>
            <a:r>
              <a:rPr sz="2000" dirty="0" err="1"/>
              <a:t>using</a:t>
            </a:r>
            <a:r>
              <a:rPr sz="2000" dirty="0"/>
              <a:t> </a:t>
            </a:r>
            <a:r>
              <a:rPr sz="2000" dirty="0" err="1"/>
              <a:t>deep</a:t>
            </a:r>
            <a:r>
              <a:rPr sz="2000" dirty="0"/>
              <a:t> learning”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did Guha et al. do?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 dirty="0"/>
              <a:t>Dataset: PPMR — 23 PMG patients, </a:t>
            </a:r>
            <a:r>
              <a:rPr sz="1600" dirty="0" err="1"/>
              <a:t>each</a:t>
            </a:r>
            <a:r>
              <a:rPr sz="1600" dirty="0"/>
              <a:t> with 3 </a:t>
            </a:r>
            <a:r>
              <a:rPr sz="1600" dirty="0" err="1"/>
              <a:t>matched</a:t>
            </a:r>
            <a:r>
              <a:rPr sz="1600" dirty="0"/>
              <a:t> </a:t>
            </a:r>
            <a:r>
              <a:rPr sz="1600" dirty="0" err="1"/>
              <a:t>controls</a:t>
            </a:r>
            <a:r>
              <a:rPr sz="1600" dirty="0"/>
              <a:t> → 15,056 JPEG slices</a:t>
            </a:r>
          </a:p>
          <a:p>
            <a:pPr lvl="1"/>
            <a:r>
              <a:rPr sz="1600" dirty="0"/>
              <a:t>PMG slices </a:t>
            </a:r>
            <a:r>
              <a:rPr sz="1600" dirty="0" err="1"/>
              <a:t>carry</a:t>
            </a:r>
            <a:r>
              <a:rPr sz="1600" dirty="0"/>
              <a:t> radiologist labels: 1 = PMG-positive, 2 = PMG-negative, 3 = </a:t>
            </a:r>
            <a:r>
              <a:rPr sz="1600" dirty="0" err="1"/>
              <a:t>uncertain</a:t>
            </a:r>
            <a:endParaRPr sz="1600" dirty="0"/>
          </a:p>
          <a:p>
            <a:r>
              <a:rPr sz="1600" dirty="0" err="1"/>
              <a:t>Preprocessing</a:t>
            </a:r>
            <a:r>
              <a:rPr sz="1600" dirty="0"/>
              <a:t> pipeline</a:t>
            </a:r>
          </a:p>
          <a:p>
            <a:pPr lvl="1"/>
            <a:r>
              <a:rPr sz="1600" dirty="0"/>
              <a:t>RGB → </a:t>
            </a:r>
            <a:r>
              <a:rPr sz="1600" dirty="0" err="1"/>
              <a:t>grayscale</a:t>
            </a:r>
            <a:r>
              <a:rPr sz="1600" dirty="0"/>
              <a:t> → min-max </a:t>
            </a:r>
            <a:r>
              <a:rPr sz="1600" dirty="0" err="1"/>
              <a:t>normalisation</a:t>
            </a:r>
            <a:r>
              <a:rPr sz="1600" dirty="0"/>
              <a:t> → CLAHE → bilateral filter → </a:t>
            </a:r>
            <a:r>
              <a:rPr sz="1600" dirty="0" err="1"/>
              <a:t>Canny</a:t>
            </a:r>
            <a:r>
              <a:rPr sz="1600" dirty="0"/>
              <a:t> </a:t>
            </a:r>
            <a:r>
              <a:rPr sz="1600" dirty="0" err="1"/>
              <a:t>edge</a:t>
            </a:r>
            <a:r>
              <a:rPr sz="1600" dirty="0"/>
              <a:t> </a:t>
            </a:r>
            <a:r>
              <a:rPr sz="1600" dirty="0" err="1"/>
              <a:t>detection</a:t>
            </a:r>
            <a:endParaRPr sz="1600" dirty="0"/>
          </a:p>
          <a:p>
            <a:r>
              <a:rPr sz="1600" dirty="0"/>
              <a:t>Models </a:t>
            </a:r>
            <a:r>
              <a:rPr sz="1600" dirty="0" err="1"/>
              <a:t>evaluated</a:t>
            </a:r>
            <a:r>
              <a:rPr sz="1600" dirty="0"/>
              <a:t>: ResNet-50, ResNet-101, VGG-16, DenseNet-201, MobileNetV2</a:t>
            </a:r>
          </a:p>
          <a:p>
            <a:pPr lvl="1"/>
            <a:r>
              <a:rPr sz="1600" dirty="0" err="1"/>
              <a:t>ImageNet-pretrained</a:t>
            </a:r>
            <a:r>
              <a:rPr sz="1600" dirty="0"/>
              <a:t>; final </a:t>
            </a:r>
            <a:r>
              <a:rPr sz="1600" dirty="0" err="1"/>
              <a:t>layer</a:t>
            </a:r>
            <a:r>
              <a:rPr sz="1600" dirty="0"/>
              <a:t> </a:t>
            </a:r>
            <a:r>
              <a:rPr sz="1600" dirty="0" err="1"/>
              <a:t>replaced</a:t>
            </a:r>
            <a:r>
              <a:rPr sz="1600" dirty="0"/>
              <a:t> with </a:t>
            </a:r>
            <a:r>
              <a:rPr sz="1600" dirty="0" err="1"/>
              <a:t>binary</a:t>
            </a:r>
            <a:r>
              <a:rPr sz="1600" dirty="0"/>
              <a:t> PMG vs. HC </a:t>
            </a:r>
            <a:r>
              <a:rPr sz="1600" dirty="0" err="1"/>
              <a:t>classifier</a:t>
            </a:r>
            <a:endParaRPr sz="1600" dirty="0"/>
          </a:p>
          <a:p>
            <a:r>
              <a:rPr sz="1600" dirty="0"/>
              <a:t>5-fold cross-</a:t>
            </a:r>
            <a:r>
              <a:rPr sz="1600" dirty="0" err="1"/>
              <a:t>validation</a:t>
            </a:r>
            <a:r>
              <a:rPr sz="1600" dirty="0"/>
              <a:t>, 60 / 20 / 20 </a:t>
            </a:r>
            <a:r>
              <a:rPr sz="1600" dirty="0" err="1"/>
              <a:t>train</a:t>
            </a:r>
            <a:r>
              <a:rPr sz="1600" dirty="0"/>
              <a:t> / val / test split</a:t>
            </a:r>
          </a:p>
          <a:p>
            <a:pPr lvl="1"/>
            <a:r>
              <a:rPr sz="1600" dirty="0"/>
              <a:t>Best </a:t>
            </a:r>
            <a:r>
              <a:rPr sz="1600" dirty="0" err="1"/>
              <a:t>result</a:t>
            </a:r>
            <a:r>
              <a:rPr sz="1600" dirty="0"/>
              <a:t>: DenseNet-201, </a:t>
            </a:r>
            <a:r>
              <a:rPr sz="1600" dirty="0" err="1"/>
              <a:t>accuracy</a:t>
            </a:r>
            <a:r>
              <a:rPr sz="1600" dirty="0"/>
              <a:t> 0.980 ± 0.037; ResNet-101 F1 = 0.97</a:t>
            </a:r>
          </a:p>
        </p:txBody>
      </p:sp>
      <p:pic>
        <p:nvPicPr>
          <p:cNvPr id="4" name="Picture 3" descr="slide_img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249" y="4283916"/>
            <a:ext cx="9873915" cy="23867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0F842A-9C29-795D-501F-401A9EDE1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6AE93B7-D5A7-033C-756A-08516E626C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1 — Label </a:t>
            </a:r>
            <a:r>
              <a:rPr lang="da-DK" dirty="0" err="1"/>
              <a:t>noise</a:t>
            </a:r>
            <a:endParaRPr lang="da-DK" dirty="0"/>
          </a:p>
          <a:p>
            <a:pPr lvl="1"/>
            <a:r>
              <a:rPr lang="da-DK" dirty="0"/>
              <a:t>~51 % of PMG-patient slices </a:t>
            </a:r>
            <a:r>
              <a:rPr lang="da-DK" dirty="0" err="1"/>
              <a:t>are</a:t>
            </a:r>
            <a:r>
              <a:rPr lang="da-DK" dirty="0"/>
              <a:t> label=2 (no </a:t>
            </a:r>
            <a:r>
              <a:rPr lang="da-DK" dirty="0" err="1"/>
              <a:t>pathology</a:t>
            </a:r>
            <a:r>
              <a:rPr lang="da-DK" dirty="0"/>
              <a:t>) or label=3 (</a:t>
            </a:r>
            <a:r>
              <a:rPr lang="da-DK" dirty="0" err="1"/>
              <a:t>uncertain</a:t>
            </a:r>
            <a:r>
              <a:rPr lang="da-DK" dirty="0"/>
              <a:t>)</a:t>
            </a:r>
          </a:p>
          <a:p>
            <a:pPr lvl="1"/>
            <a:r>
              <a:rPr lang="da-DK" dirty="0"/>
              <a:t>All </a:t>
            </a:r>
            <a:r>
              <a:rPr lang="da-DK" dirty="0" err="1"/>
              <a:t>were</a:t>
            </a:r>
            <a:r>
              <a:rPr lang="da-DK" dirty="0"/>
              <a:t> </a:t>
            </a:r>
            <a:r>
              <a:rPr lang="da-DK" dirty="0" err="1"/>
              <a:t>treated</a:t>
            </a:r>
            <a:r>
              <a:rPr lang="da-DK" dirty="0"/>
              <a:t> as positive </a:t>
            </a:r>
            <a:r>
              <a:rPr lang="da-DK" dirty="0" err="1"/>
              <a:t>examples</a:t>
            </a:r>
            <a:r>
              <a:rPr lang="da-DK" dirty="0"/>
              <a:t> → </a:t>
            </a:r>
            <a:r>
              <a:rPr lang="da-DK" dirty="0" err="1"/>
              <a:t>classifier</a:t>
            </a:r>
            <a:r>
              <a:rPr lang="da-DK" dirty="0"/>
              <a:t> </a:t>
            </a:r>
            <a:r>
              <a:rPr lang="da-DK" dirty="0" err="1"/>
              <a:t>trained</a:t>
            </a:r>
            <a:r>
              <a:rPr lang="da-DK" dirty="0"/>
              <a:t> on mislabelled data</a:t>
            </a:r>
          </a:p>
          <a:p>
            <a:endParaRPr lang="da-DK" dirty="0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1CCA9EEE-4657-A483-FD3D-3664445FF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ABE37-F289-4BB8-B1E0-101EB4AC95E3}" type="datetime1">
              <a:rPr lang="en-GB" smtClean="0"/>
              <a:t>18/05/2026</a:t>
            </a:fld>
            <a:endParaRPr lang="en-GB" dirty="0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D8F01596-6CBC-AE1B-D8DA-5BA73B1DA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73408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19D8FA52-4CFF-90F9-F4B1-47223577C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D2672-5B44-4DB0-8EDF-4BB4CF579FAA}" type="datetime1">
              <a:rPr lang="en-GB" smtClean="0"/>
              <a:t>18/05/2026</a:t>
            </a:fld>
            <a:endParaRPr lang="en-GB" dirty="0"/>
          </a:p>
        </p:txBody>
      </p:sp>
      <p:sp>
        <p:nvSpPr>
          <p:cNvPr id="3" name="Pladsholder til slidenummer 2">
            <a:extLst>
              <a:ext uri="{FF2B5EF4-FFF2-40B4-BE49-F238E27FC236}">
                <a16:creationId xmlns:a16="http://schemas.microsoft.com/office/drawing/2014/main" id="{C1DDA962-8F04-5CF0-A3C1-B31DA8032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4</a:t>
            </a:fld>
            <a:endParaRPr lang="en-GB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B7DFA22-EE9C-A417-0837-C046143D39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8709" y="323393"/>
            <a:ext cx="10080982" cy="6448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463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D12E35-5BF7-5AB5-72DE-1AB026FB5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6AA861A-1D3F-78A2-44A9-5D1F21B120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1 — Label </a:t>
            </a:r>
            <a:r>
              <a:rPr lang="da-DK" dirty="0" err="1"/>
              <a:t>noise</a:t>
            </a:r>
            <a:endParaRPr lang="da-DK" dirty="0"/>
          </a:p>
          <a:p>
            <a:pPr lvl="1"/>
            <a:r>
              <a:rPr lang="da-DK" dirty="0"/>
              <a:t>~51 % of PMG-patient slices </a:t>
            </a:r>
            <a:r>
              <a:rPr lang="da-DK" dirty="0" err="1"/>
              <a:t>are</a:t>
            </a:r>
            <a:r>
              <a:rPr lang="da-DK" dirty="0"/>
              <a:t> label=2 (no </a:t>
            </a:r>
            <a:r>
              <a:rPr lang="da-DK" dirty="0" err="1"/>
              <a:t>pathology</a:t>
            </a:r>
            <a:r>
              <a:rPr lang="da-DK" dirty="0"/>
              <a:t>) or label=3 (</a:t>
            </a:r>
            <a:r>
              <a:rPr lang="da-DK" dirty="0" err="1"/>
              <a:t>uncertain</a:t>
            </a:r>
            <a:r>
              <a:rPr lang="da-DK" dirty="0"/>
              <a:t>)</a:t>
            </a:r>
          </a:p>
          <a:p>
            <a:pPr lvl="1"/>
            <a:r>
              <a:rPr lang="da-DK" dirty="0"/>
              <a:t>All </a:t>
            </a:r>
            <a:r>
              <a:rPr lang="da-DK" dirty="0" err="1"/>
              <a:t>were</a:t>
            </a:r>
            <a:r>
              <a:rPr lang="da-DK" dirty="0"/>
              <a:t> </a:t>
            </a:r>
            <a:r>
              <a:rPr lang="da-DK" dirty="0" err="1"/>
              <a:t>treated</a:t>
            </a:r>
            <a:r>
              <a:rPr lang="da-DK" dirty="0"/>
              <a:t> as positive </a:t>
            </a:r>
            <a:r>
              <a:rPr lang="da-DK" dirty="0" err="1"/>
              <a:t>examples</a:t>
            </a:r>
            <a:r>
              <a:rPr lang="da-DK" dirty="0"/>
              <a:t> → </a:t>
            </a:r>
            <a:r>
              <a:rPr lang="da-DK" dirty="0" err="1"/>
              <a:t>classifier</a:t>
            </a:r>
            <a:r>
              <a:rPr lang="da-DK" dirty="0"/>
              <a:t> </a:t>
            </a:r>
            <a:r>
              <a:rPr lang="da-DK" dirty="0" err="1"/>
              <a:t>trained</a:t>
            </a:r>
            <a:r>
              <a:rPr lang="da-DK" dirty="0"/>
              <a:t> on mislabelled data</a:t>
            </a:r>
          </a:p>
          <a:p>
            <a:r>
              <a:rPr lang="da-DK" dirty="0"/>
              <a:t>2 — Resolution </a:t>
            </a:r>
            <a:r>
              <a:rPr lang="da-DK" dirty="0" err="1"/>
              <a:t>confound</a:t>
            </a:r>
            <a:endParaRPr lang="da-DK" dirty="0"/>
          </a:p>
          <a:p>
            <a:pPr lvl="1"/>
            <a:r>
              <a:rPr lang="da-DK" dirty="0"/>
              <a:t>PMG images </a:t>
            </a:r>
            <a:r>
              <a:rPr lang="da-DK" dirty="0" err="1"/>
              <a:t>exported</a:t>
            </a:r>
            <a:r>
              <a:rPr lang="da-DK" dirty="0"/>
              <a:t> from PACS at median 1508×1727 </a:t>
            </a:r>
            <a:r>
              <a:rPr lang="da-DK" dirty="0" err="1"/>
              <a:t>px</a:t>
            </a:r>
            <a:r>
              <a:rPr lang="da-DK" dirty="0"/>
              <a:t>; </a:t>
            </a:r>
            <a:r>
              <a:rPr lang="da-DK" dirty="0" err="1"/>
              <a:t>controls</a:t>
            </a:r>
            <a:r>
              <a:rPr lang="da-DK" dirty="0"/>
              <a:t> at 260–512 </a:t>
            </a:r>
            <a:r>
              <a:rPr lang="da-DK" dirty="0" err="1"/>
              <a:t>px</a:t>
            </a:r>
            <a:endParaRPr lang="da-DK" dirty="0"/>
          </a:p>
          <a:p>
            <a:pPr lvl="1"/>
            <a:r>
              <a:rPr lang="da-DK" dirty="0"/>
              <a:t>Class-</a:t>
            </a:r>
            <a:r>
              <a:rPr lang="da-DK" dirty="0" err="1"/>
              <a:t>correlated</a:t>
            </a:r>
            <a:r>
              <a:rPr lang="da-DK" dirty="0"/>
              <a:t> pixel </a:t>
            </a:r>
            <a:r>
              <a:rPr lang="da-DK" dirty="0" err="1"/>
              <a:t>density</a:t>
            </a:r>
            <a:r>
              <a:rPr lang="da-DK" dirty="0"/>
              <a:t> provides a trivial, </a:t>
            </a:r>
            <a:r>
              <a:rPr lang="da-DK" dirty="0" err="1"/>
              <a:t>texture-based</a:t>
            </a:r>
            <a:r>
              <a:rPr lang="da-DK" dirty="0"/>
              <a:t> </a:t>
            </a:r>
            <a:r>
              <a:rPr lang="da-DK" dirty="0" err="1"/>
              <a:t>shortcut</a:t>
            </a:r>
            <a:r>
              <a:rPr lang="da-DK" dirty="0"/>
              <a:t> signal</a:t>
            </a:r>
          </a:p>
          <a:p>
            <a:pPr lvl="1"/>
            <a:r>
              <a:rPr lang="da-DK" dirty="0" err="1"/>
              <a:t>Fixed-kernel</a:t>
            </a:r>
            <a:r>
              <a:rPr lang="da-DK" dirty="0"/>
              <a:t> CLAHE and bilateral filter </a:t>
            </a:r>
            <a:r>
              <a:rPr lang="da-DK" dirty="0" err="1"/>
              <a:t>act</a:t>
            </a:r>
            <a:r>
              <a:rPr lang="da-DK" dirty="0"/>
              <a:t> </a:t>
            </a:r>
            <a:r>
              <a:rPr lang="da-DK" dirty="0" err="1"/>
              <a:t>differently</a:t>
            </a:r>
            <a:r>
              <a:rPr lang="da-DK" dirty="0"/>
              <a:t> </a:t>
            </a:r>
            <a:r>
              <a:rPr lang="da-DK" dirty="0" err="1"/>
              <a:t>across</a:t>
            </a:r>
            <a:r>
              <a:rPr lang="da-DK" dirty="0"/>
              <a:t> resolutions, </a:t>
            </a:r>
            <a:r>
              <a:rPr lang="da-DK" dirty="0" err="1"/>
              <a:t>amplifying</a:t>
            </a:r>
            <a:r>
              <a:rPr lang="da-DK" dirty="0"/>
              <a:t> the </a:t>
            </a:r>
            <a:r>
              <a:rPr lang="da-DK" dirty="0" err="1"/>
              <a:t>gap</a:t>
            </a:r>
            <a:endParaRPr lang="da-DK" dirty="0"/>
          </a:p>
          <a:p>
            <a:endParaRPr lang="da-DK" dirty="0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17D6FB5A-74DD-248D-C5FF-546F5E4D5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ABE37-F289-4BB8-B1E0-101EB4AC95E3}" type="datetime1">
              <a:rPr lang="en-GB" smtClean="0"/>
              <a:t>18/05/2026</a:t>
            </a:fld>
            <a:endParaRPr lang="en-GB" dirty="0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0339E5E7-C64A-9A80-2616-6868C40E8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0481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99713274-C08D-EE02-8566-75F113FB37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3999" y="550912"/>
            <a:ext cx="11421511" cy="57561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Methodological Errors in Guha et al.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1 — Label </a:t>
            </a:r>
            <a:r>
              <a:rPr lang="da-DK" dirty="0" err="1"/>
              <a:t>noise</a:t>
            </a:r>
            <a:endParaRPr lang="da-DK" dirty="0"/>
          </a:p>
          <a:p>
            <a:pPr lvl="1"/>
            <a:r>
              <a:rPr lang="da-DK" dirty="0"/>
              <a:t>~51 % of PMG-patient slices </a:t>
            </a:r>
            <a:r>
              <a:rPr lang="da-DK" dirty="0" err="1"/>
              <a:t>are</a:t>
            </a:r>
            <a:r>
              <a:rPr lang="da-DK" dirty="0"/>
              <a:t> label=2 (no </a:t>
            </a:r>
            <a:r>
              <a:rPr lang="da-DK" dirty="0" err="1"/>
              <a:t>pathology</a:t>
            </a:r>
            <a:r>
              <a:rPr lang="da-DK" dirty="0"/>
              <a:t>) or label=3 (</a:t>
            </a:r>
            <a:r>
              <a:rPr lang="da-DK" dirty="0" err="1"/>
              <a:t>uncertain</a:t>
            </a:r>
            <a:r>
              <a:rPr lang="da-DK" dirty="0"/>
              <a:t>)</a:t>
            </a:r>
          </a:p>
          <a:p>
            <a:pPr lvl="1"/>
            <a:r>
              <a:rPr lang="da-DK" dirty="0"/>
              <a:t>All </a:t>
            </a:r>
            <a:r>
              <a:rPr lang="da-DK" dirty="0" err="1"/>
              <a:t>were</a:t>
            </a:r>
            <a:r>
              <a:rPr lang="da-DK" dirty="0"/>
              <a:t> </a:t>
            </a:r>
            <a:r>
              <a:rPr lang="da-DK" dirty="0" err="1"/>
              <a:t>treated</a:t>
            </a:r>
            <a:r>
              <a:rPr lang="da-DK" dirty="0"/>
              <a:t> as positive </a:t>
            </a:r>
            <a:r>
              <a:rPr lang="da-DK" dirty="0" err="1"/>
              <a:t>examples</a:t>
            </a:r>
            <a:r>
              <a:rPr lang="da-DK" dirty="0"/>
              <a:t> → </a:t>
            </a:r>
            <a:r>
              <a:rPr lang="da-DK" dirty="0" err="1"/>
              <a:t>classifier</a:t>
            </a:r>
            <a:r>
              <a:rPr lang="da-DK" dirty="0"/>
              <a:t> </a:t>
            </a:r>
            <a:r>
              <a:rPr lang="da-DK" dirty="0" err="1"/>
              <a:t>trained</a:t>
            </a:r>
            <a:r>
              <a:rPr lang="da-DK" dirty="0"/>
              <a:t> on mislabelled data</a:t>
            </a:r>
          </a:p>
          <a:p>
            <a:r>
              <a:rPr lang="da-DK" dirty="0"/>
              <a:t>2 — Resolution </a:t>
            </a:r>
            <a:r>
              <a:rPr lang="da-DK" dirty="0" err="1"/>
              <a:t>confound</a:t>
            </a:r>
            <a:endParaRPr lang="da-DK" dirty="0"/>
          </a:p>
          <a:p>
            <a:pPr lvl="1"/>
            <a:r>
              <a:rPr lang="da-DK" dirty="0"/>
              <a:t>PMG images </a:t>
            </a:r>
            <a:r>
              <a:rPr lang="da-DK" dirty="0" err="1"/>
              <a:t>exported</a:t>
            </a:r>
            <a:r>
              <a:rPr lang="da-DK" dirty="0"/>
              <a:t> from PACS at median 1508×1727 </a:t>
            </a:r>
            <a:r>
              <a:rPr lang="da-DK" dirty="0" err="1"/>
              <a:t>px</a:t>
            </a:r>
            <a:r>
              <a:rPr lang="da-DK" dirty="0"/>
              <a:t>; </a:t>
            </a:r>
            <a:r>
              <a:rPr lang="da-DK" dirty="0" err="1"/>
              <a:t>controls</a:t>
            </a:r>
            <a:r>
              <a:rPr lang="da-DK" dirty="0"/>
              <a:t> at 260–512 </a:t>
            </a:r>
            <a:r>
              <a:rPr lang="da-DK" dirty="0" err="1"/>
              <a:t>px</a:t>
            </a:r>
            <a:endParaRPr lang="da-DK" dirty="0"/>
          </a:p>
          <a:p>
            <a:pPr lvl="1"/>
            <a:r>
              <a:rPr lang="da-DK" dirty="0"/>
              <a:t>Class-</a:t>
            </a:r>
            <a:r>
              <a:rPr lang="da-DK" dirty="0" err="1"/>
              <a:t>correlated</a:t>
            </a:r>
            <a:r>
              <a:rPr lang="da-DK" dirty="0"/>
              <a:t> pixel </a:t>
            </a:r>
            <a:r>
              <a:rPr lang="da-DK" dirty="0" err="1"/>
              <a:t>density</a:t>
            </a:r>
            <a:r>
              <a:rPr lang="da-DK" dirty="0"/>
              <a:t> provides a trivial, </a:t>
            </a:r>
            <a:r>
              <a:rPr lang="da-DK" dirty="0" err="1"/>
              <a:t>texture-based</a:t>
            </a:r>
            <a:r>
              <a:rPr lang="da-DK" dirty="0"/>
              <a:t> </a:t>
            </a:r>
            <a:r>
              <a:rPr lang="da-DK" dirty="0" err="1"/>
              <a:t>shortcut</a:t>
            </a:r>
            <a:r>
              <a:rPr lang="da-DK" dirty="0"/>
              <a:t> signal</a:t>
            </a:r>
          </a:p>
          <a:p>
            <a:pPr lvl="1"/>
            <a:r>
              <a:rPr lang="da-DK" dirty="0" err="1"/>
              <a:t>Fixed-kernel</a:t>
            </a:r>
            <a:r>
              <a:rPr lang="da-DK" dirty="0"/>
              <a:t> CLAHE and bilateral filter </a:t>
            </a:r>
            <a:r>
              <a:rPr lang="da-DK" dirty="0" err="1"/>
              <a:t>act</a:t>
            </a:r>
            <a:r>
              <a:rPr lang="da-DK" dirty="0"/>
              <a:t> </a:t>
            </a:r>
            <a:r>
              <a:rPr lang="da-DK" dirty="0" err="1"/>
              <a:t>differently</a:t>
            </a:r>
            <a:r>
              <a:rPr lang="da-DK" dirty="0"/>
              <a:t> </a:t>
            </a:r>
            <a:r>
              <a:rPr lang="da-DK" dirty="0" err="1"/>
              <a:t>across</a:t>
            </a:r>
            <a:r>
              <a:rPr lang="da-DK" dirty="0"/>
              <a:t> resolutions, </a:t>
            </a:r>
            <a:r>
              <a:rPr lang="da-DK" dirty="0" err="1"/>
              <a:t>amplifying</a:t>
            </a:r>
            <a:r>
              <a:rPr lang="da-DK" dirty="0"/>
              <a:t> the </a:t>
            </a:r>
            <a:r>
              <a:rPr lang="da-DK" dirty="0" err="1"/>
              <a:t>gap</a:t>
            </a:r>
            <a:endParaRPr lang="da-DK" dirty="0"/>
          </a:p>
          <a:p>
            <a:r>
              <a:rPr dirty="0"/>
              <a:t>3 — Data leakage via </a:t>
            </a:r>
            <a:r>
              <a:rPr dirty="0" err="1"/>
              <a:t>pre</a:t>
            </a:r>
            <a:r>
              <a:rPr dirty="0"/>
              <a:t>-split downsampling</a:t>
            </a:r>
          </a:p>
          <a:p>
            <a:pPr lvl="1"/>
            <a:r>
              <a:rPr dirty="0"/>
              <a:t>10,539 </a:t>
            </a:r>
            <a:r>
              <a:rPr dirty="0" err="1"/>
              <a:t>control</a:t>
            </a:r>
            <a:r>
              <a:rPr dirty="0"/>
              <a:t> slices </a:t>
            </a:r>
            <a:r>
              <a:rPr dirty="0" err="1"/>
              <a:t>globally</a:t>
            </a:r>
            <a:r>
              <a:rPr dirty="0"/>
              <a:t> </a:t>
            </a:r>
            <a:r>
              <a:rPr dirty="0" err="1"/>
              <a:t>downsampled</a:t>
            </a:r>
            <a:r>
              <a:rPr dirty="0"/>
              <a:t> to 4,517 </a:t>
            </a:r>
            <a:r>
              <a:rPr dirty="0" err="1"/>
              <a:t>before</a:t>
            </a:r>
            <a:r>
              <a:rPr dirty="0"/>
              <a:t> the </a:t>
            </a:r>
            <a:r>
              <a:rPr dirty="0" err="1"/>
              <a:t>train</a:t>
            </a:r>
            <a:r>
              <a:rPr dirty="0"/>
              <a:t>/val/test split</a:t>
            </a:r>
          </a:p>
          <a:p>
            <a:pPr lvl="1"/>
            <a:r>
              <a:rPr dirty="0" err="1"/>
              <a:t>Discarded</a:t>
            </a:r>
            <a:r>
              <a:rPr dirty="0"/>
              <a:t> slices </a:t>
            </a:r>
            <a:r>
              <a:rPr dirty="0" err="1"/>
              <a:t>effectively</a:t>
            </a:r>
            <a:r>
              <a:rPr dirty="0"/>
              <a:t> </a:t>
            </a:r>
            <a:r>
              <a:rPr dirty="0" err="1"/>
              <a:t>seen</a:t>
            </a:r>
            <a:r>
              <a:rPr dirty="0"/>
              <a:t> </a:t>
            </a:r>
            <a:r>
              <a:rPr dirty="0" err="1"/>
              <a:t>across</a:t>
            </a:r>
            <a:r>
              <a:rPr dirty="0"/>
              <a:t> splits → information leakage </a:t>
            </a:r>
            <a:r>
              <a:rPr dirty="0" err="1"/>
              <a:t>into</a:t>
            </a:r>
            <a:r>
              <a:rPr dirty="0"/>
              <a:t> </a:t>
            </a:r>
            <a:r>
              <a:rPr dirty="0" err="1"/>
              <a:t>evaluation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Replication — What We Did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 dirty="0"/>
              <a:t>Re-</a:t>
            </a:r>
            <a:r>
              <a:rPr sz="1600" dirty="0" err="1"/>
              <a:t>implemented</a:t>
            </a:r>
            <a:r>
              <a:rPr sz="1600" dirty="0"/>
              <a:t> the </a:t>
            </a:r>
            <a:r>
              <a:rPr sz="1600" dirty="0" err="1"/>
              <a:t>full</a:t>
            </a:r>
            <a:r>
              <a:rPr sz="1600" dirty="0"/>
              <a:t> </a:t>
            </a:r>
            <a:r>
              <a:rPr sz="1600" dirty="0" err="1"/>
              <a:t>Guha</a:t>
            </a:r>
            <a:r>
              <a:rPr sz="1600" dirty="0"/>
              <a:t> et al. pipeline</a:t>
            </a:r>
          </a:p>
          <a:p>
            <a:r>
              <a:rPr sz="1600" dirty="0" err="1"/>
              <a:t>Two</a:t>
            </a:r>
            <a:r>
              <a:rPr sz="1600" dirty="0"/>
              <a:t> </a:t>
            </a:r>
            <a:r>
              <a:rPr sz="1600" dirty="0" err="1"/>
              <a:t>experimental</a:t>
            </a:r>
            <a:r>
              <a:rPr sz="1600" dirty="0"/>
              <a:t> </a:t>
            </a:r>
            <a:r>
              <a:rPr sz="1600" dirty="0" err="1"/>
              <a:t>conditions</a:t>
            </a:r>
            <a:r>
              <a:rPr sz="1600" dirty="0"/>
              <a:t> </a:t>
            </a:r>
            <a:r>
              <a:rPr sz="1600" dirty="0" err="1"/>
              <a:t>compared</a:t>
            </a:r>
            <a:r>
              <a:rPr sz="1600" dirty="0"/>
              <a:t> side by side:</a:t>
            </a:r>
          </a:p>
          <a:p>
            <a:pPr lvl="1"/>
            <a:r>
              <a:rPr sz="1600" dirty="0"/>
              <a:t>Paper </a:t>
            </a:r>
            <a:r>
              <a:rPr sz="1600" dirty="0" err="1"/>
              <a:t>setup</a:t>
            </a:r>
            <a:r>
              <a:rPr sz="1600" dirty="0"/>
              <a:t>: all PMG-patient slices as positives; global </a:t>
            </a:r>
            <a:r>
              <a:rPr sz="1600" dirty="0" err="1"/>
              <a:t>pre</a:t>
            </a:r>
            <a:r>
              <a:rPr sz="1600" dirty="0"/>
              <a:t>-split downsampling; slice-</a:t>
            </a:r>
            <a:r>
              <a:rPr sz="1600" dirty="0" err="1"/>
              <a:t>level</a:t>
            </a:r>
            <a:r>
              <a:rPr sz="1600" dirty="0"/>
              <a:t> splits</a:t>
            </a:r>
          </a:p>
          <a:p>
            <a:pPr lvl="1"/>
            <a:r>
              <a:rPr sz="1600" dirty="0" err="1"/>
              <a:t>Corrected</a:t>
            </a:r>
            <a:r>
              <a:rPr sz="1600" dirty="0"/>
              <a:t> </a:t>
            </a:r>
            <a:r>
              <a:rPr sz="1600" dirty="0" err="1"/>
              <a:t>setup</a:t>
            </a:r>
            <a:r>
              <a:rPr sz="1600" dirty="0"/>
              <a:t>: label=1 </a:t>
            </a:r>
            <a:r>
              <a:rPr sz="1600" dirty="0" err="1"/>
              <a:t>only</a:t>
            </a:r>
            <a:r>
              <a:rPr sz="1600" dirty="0"/>
              <a:t> (n = 2,255 slices); patient-</a:t>
            </a:r>
            <a:r>
              <a:rPr sz="1600" dirty="0" err="1"/>
              <a:t>level</a:t>
            </a:r>
            <a:r>
              <a:rPr sz="1600" dirty="0"/>
              <a:t> 5-fold CV; </a:t>
            </a:r>
            <a:r>
              <a:rPr sz="1600" dirty="0" err="1"/>
              <a:t>weighted</a:t>
            </a:r>
            <a:r>
              <a:rPr sz="1600" dirty="0"/>
              <a:t> cross-</a:t>
            </a:r>
            <a:r>
              <a:rPr sz="1600" dirty="0" err="1"/>
              <a:t>entropy</a:t>
            </a:r>
            <a:endParaRPr sz="1600" dirty="0"/>
          </a:p>
          <a:p>
            <a:r>
              <a:rPr sz="1600" dirty="0"/>
              <a:t>5-fold cross-</a:t>
            </a:r>
            <a:r>
              <a:rPr sz="1600" dirty="0" err="1"/>
              <a:t>validation</a:t>
            </a:r>
            <a:r>
              <a:rPr sz="1600" dirty="0"/>
              <a:t> at patient </a:t>
            </a:r>
            <a:r>
              <a:rPr sz="1600" dirty="0" err="1"/>
              <a:t>level</a:t>
            </a:r>
            <a:r>
              <a:rPr sz="1600" dirty="0"/>
              <a:t> — 23 PMG + 69 </a:t>
            </a:r>
            <a:r>
              <a:rPr sz="1600" dirty="0" err="1"/>
              <a:t>controls</a:t>
            </a:r>
            <a:r>
              <a:rPr sz="1600" dirty="0"/>
              <a:t>, </a:t>
            </a:r>
            <a:r>
              <a:rPr sz="1600" dirty="0" err="1"/>
              <a:t>fixed</a:t>
            </a:r>
            <a:r>
              <a:rPr sz="1600" dirty="0"/>
              <a:t> seed</a:t>
            </a:r>
          </a:p>
          <a:p>
            <a:r>
              <a:rPr sz="1600" dirty="0"/>
              <a:t>Models: ResNet-101 and DenseNet-201 </a:t>
            </a:r>
          </a:p>
          <a:p>
            <a:pPr lvl="1"/>
            <a:r>
              <a:rPr sz="1600" dirty="0"/>
              <a:t>20 </a:t>
            </a:r>
            <a:r>
              <a:rPr sz="1600" dirty="0" err="1"/>
              <a:t>epochs</a:t>
            </a:r>
            <a:endParaRPr sz="1600" dirty="0"/>
          </a:p>
          <a:p>
            <a:pPr lvl="1"/>
            <a:r>
              <a:rPr sz="1600" dirty="0" err="1"/>
              <a:t>Fixed</a:t>
            </a:r>
            <a:r>
              <a:rPr sz="1600" dirty="0"/>
              <a:t> backbone</a:t>
            </a:r>
          </a:p>
          <a:p>
            <a:pPr lvl="1"/>
            <a:r>
              <a:rPr sz="1600" dirty="0" err="1"/>
              <a:t>Trained</a:t>
            </a:r>
            <a:r>
              <a:rPr sz="1600" dirty="0"/>
              <a:t> head </a:t>
            </a:r>
            <a:r>
              <a:rPr sz="1600" dirty="0" err="1"/>
              <a:t>only</a:t>
            </a:r>
            <a:endParaRPr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lide_im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281354"/>
            <a:ext cx="12192000" cy="657664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lide_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66" y="3810004"/>
            <a:ext cx="12073467" cy="2895273"/>
          </a:xfrm>
          <a:prstGeom prst="rect">
            <a:avLst/>
          </a:prstGeom>
        </p:spPr>
      </p:pic>
      <p:pic>
        <p:nvPicPr>
          <p:cNvPr id="6" name="Picture 5" descr="slide_img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66" y="660727"/>
            <a:ext cx="12073467" cy="314927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/>
            </a:pPr>
            <a:r>
              <a:t>ResNet-101  |  Paper setup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05840"/>
          <a:ext cx="8229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Fold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Cohen's κ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Fold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0.880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0.829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0.744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0.784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0.701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Fold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0.893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0.859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0.681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0.760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0.692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Fold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0.865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0.862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0.690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0.767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0.674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Fold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0.807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0.774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0.576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0.661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0.530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Fold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0.804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0.414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0.571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0.466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Mean ± Std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0.850 ± 0.042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0.849 ± 0.054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0.621 ± 0.131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0.708 ± 0.091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0.613 ± 0.107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/>
            </a:pPr>
            <a:r>
              <a:t>ResNet-101  |  Correct setup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05840"/>
          <a:ext cx="8229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Fold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Cohen's κ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Fold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0.451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0.276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0.342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0.263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Fold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0.867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0.389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0.291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0.333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0.261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Fold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0.818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0.638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0.072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0.095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Fold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0.831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0.583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0.259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0.359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0.278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Fold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0.828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0.134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0.213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0.151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Mean ± Std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0.839 ± 0.020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0.515 ± 0.100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0.206 ± 0.097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0.275 ± 0.100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0.210 ± 0.082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/>
            </a:pPr>
            <a:r>
              <a:t>ResNet-101  |  Paper setup + Preproc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05840"/>
          <a:ext cx="8229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Fold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Cohen's κ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Fold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0.992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Fold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0.993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Fold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0.990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Fold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0.971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Fold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0.761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0.862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0.810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Mean ± Std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0.980 ± 0.032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0.991 ± 0.006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0.945 ± 0.103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0.965 ± 0.058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0.951 ± 0.079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/>
            </a:pPr>
            <a:r>
              <a:t>ResNet-101  |  Correct setup + Preproc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05840"/>
          <a:ext cx="8229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Fold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Cohen's κ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Fold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0.725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0.713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0.719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0.673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Fold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0.716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0.872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0.786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0.756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Fold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0.886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0.818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0.851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0.818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Fold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0.812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0.642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0.717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0.663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Fold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0.865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0.636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0.568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0.488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Mean ± Std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0.917 ± 0.034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0.755 ± 0.096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0.711 ± 0.143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0.728 ± 0.105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0.679 ± 0.124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/>
            </a:pPr>
            <a:r>
              <a:t>ResNet-101  |  Paper setup + Pre-split Preproc(Guha et al.)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05840"/>
          <a:ext cx="8229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Fold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Cohen's κ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Fold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0.992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Fold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0.985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Fold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0.992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Fold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0.988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Fold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0.882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0.777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0.873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0.766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Mean ± Std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0.972 ± 0.050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0.994 ± 0.006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0.952 ± 0.098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0.970 ± 0.054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0.945 ± 0.100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/>
            </a:pPr>
            <a:r>
              <a:t>ResNet-101  |  Correct setup + Pre-split Preproc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05840"/>
          <a:ext cx="8229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Fold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Cohen's κ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Fold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0.898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0.834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0.885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0.794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Fold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0.877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0.839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Fold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0.898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Fold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0.885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0.854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0.892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0.771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Fold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0.748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0.870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0.587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0.701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0.497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Mean ± Std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0.881 ± 0.078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0.915 ± 0.038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0.835 ± 0.149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0.868 ± 0.097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0.760 ± 0.155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/>
            </a:pPr>
            <a:r>
              <a:t>DenseNet-201  |  Paper setup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05840"/>
          <a:ext cx="8229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Fold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Cohen's κ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Fold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0.889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0.843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0.763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0.801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0.724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Fold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0.868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0.501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0.654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0.582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Fold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0.853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0.828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0.683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0.749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0.646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Fold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0.861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0.887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0.656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0.754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0.660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Fold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0.747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0.872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0.369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0.271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Mean ± Std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0.843 ± 0.056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0.874 ± 0.044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0.567 ± 0.209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0.665 ± 0.174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0.577 ± 0.178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/>
            </a:pPr>
            <a:r>
              <a:t>DenseNet-201  |  Correct setup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05840"/>
          <a:ext cx="8229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Fold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Cohen's κ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Fold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0.849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0.454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0.335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0.385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0.301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Fold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0.859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0.168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0.281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0.253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Fold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0.834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0.599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0.361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0.451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0.360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Fold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0.854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0.698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0.356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0.471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0.397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Fold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0.814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0.079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0.129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0.067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Mean ± Std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0.850 ± 0.033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0.590 ± 0.204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0.260 ± 0.129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0.343 ± 0.141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0.276 ± 0.129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/>
            </a:pPr>
            <a:r>
              <a:t>DenseNet-201  |  Paper setup + Preproc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05840"/>
          <a:ext cx="8229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Fold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Cohen's κ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Fold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0.999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Fold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0.995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Fold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0.991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Fold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0.984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Fold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0.751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0.858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0.805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Mean ± Std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0.982 ± 0.034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0.995 ± 0.005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0.947 ± 0.110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0.967 ± 0.061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0.955 ± 0.084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/>
            </a:pPr>
            <a:r>
              <a:t>DenseNet-201  |  Correct setup + Preproc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05840"/>
          <a:ext cx="8229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Fold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Cohen's κ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Fold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0.726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0.754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0.740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0.696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Fold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0.807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0.844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0.825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0.802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Fold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0.833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0.809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0.821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0.780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Fold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0.816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0.619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0.704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0.649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Fold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0.871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0.642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0.573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0.606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0.529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Mean ± Std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0.919 ± 0.033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0.765 ± 0.080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0.720 ± 0.118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0.739 ± 0.091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0.691 ± 0.110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/>
            </a:pPr>
            <a:r>
              <a:t>DenseNet-201  |  Paper setup + Pre-split Preproc(Guha et al.)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05840"/>
          <a:ext cx="8229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Fold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Cohen's κ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Fold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0.995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Fold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0.998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Fold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0.884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0.861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Fold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0.983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Fold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0.867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0.746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0.855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0.736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Mean ± Std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0.957 ± 0.058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0.974 ± 0.050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0.947 ± 0.112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0.956 ± 0.062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0.915 ± 0.115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/>
            </a:pPr>
            <a:r>
              <a:t>DenseNet-201  |  Correct setup + Pre-split Preproc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05840"/>
          <a:ext cx="8229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Fold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Cohen's κ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Fold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0.876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Fold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0.860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Fold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0.933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Fold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0.889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0.806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Fold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0.753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0.893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0.579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0.703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0.507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Mean ± Std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0.899 ± 0.085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0.922 ± 0.020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0.867 ± 0.166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0.887 ± 0.106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0.797 ± 0.168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Brugerdefineret design">
  <a:themeElements>
    <a:clrScheme name="KU 2023">
      <a:dk1>
        <a:srgbClr val="000000"/>
      </a:dk1>
      <a:lt1>
        <a:srgbClr val="FFFFFF"/>
      </a:lt1>
      <a:dk2>
        <a:srgbClr val="6E6E6E"/>
      </a:dk2>
      <a:lt2>
        <a:srgbClr val="E7E6E6"/>
      </a:lt2>
      <a:accent1>
        <a:srgbClr val="A31D20"/>
      </a:accent1>
      <a:accent2>
        <a:srgbClr val="7B7B7B"/>
      </a:accent2>
      <a:accent3>
        <a:srgbClr val="C73028"/>
      </a:accent3>
      <a:accent4>
        <a:srgbClr val="415570"/>
      </a:accent4>
      <a:accent5>
        <a:srgbClr val="197F8E"/>
      </a:accent5>
      <a:accent6>
        <a:srgbClr val="4B8324"/>
      </a:accent6>
      <a:hlink>
        <a:srgbClr val="A31D20"/>
      </a:hlink>
      <a:folHlink>
        <a:srgbClr val="000000"/>
      </a:folHlink>
    </a:clrScheme>
    <a:fontScheme name="Københavns Universitet">
      <a:majorFont>
        <a:latin typeface="Microsoft New Tai Lue"/>
        <a:ea typeface=""/>
        <a:cs typeface=""/>
      </a:majorFont>
      <a:minorFont>
        <a:latin typeface="Microsoft New Tai Lue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>
          <a:solidFill>
            <a:schemeClr val="accent1"/>
          </a:solidFill>
        </a:ln>
      </a:spPr>
      <a:bodyPr wrap="square" rtlCol="0" anchor="ctr">
        <a:noAutofit/>
      </a:bodyPr>
      <a:lstStyle>
        <a:defPPr algn="l">
          <a:defRPr sz="2400" dirty="0" err="1" smtClean="0">
            <a:solidFill>
              <a:schemeClr val="bg1"/>
            </a:solidFill>
          </a:defRPr>
        </a:defPPr>
      </a:lstStyle>
    </a:spDef>
    <a:txDef>
      <a:spPr/>
      <a:bodyPr vert="horz" wrap="square" lIns="0" tIns="0" rIns="0" bIns="0" rtlCol="0" anchor="t" anchorCtr="0">
        <a:spAutoFit/>
      </a:bodyPr>
      <a:lstStyle>
        <a:defPPr marL="0" marR="0" indent="0" algn="l" defTabSz="914400" rtl="0" eaLnBrk="1" fontAlgn="auto" latinLnBrk="0" hangingPunct="1">
          <a:lnSpc>
            <a:spcPct val="100000"/>
          </a:lnSpc>
          <a:spcBef>
            <a:spcPct val="0"/>
          </a:spcBef>
          <a:spcAft>
            <a:spcPts val="0"/>
          </a:spcAft>
          <a:buClrTx/>
          <a:buSzTx/>
          <a:buFontTx/>
          <a:buNone/>
          <a:tabLst/>
          <a:defRPr sz="2400" b="0" dirty="0" smtClean="0">
            <a:solidFill>
              <a:schemeClr val="tx1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6x9_ENG_full.potx" id="{D0D36B92-5B0A-4532-81C4-17DEF59CC1CE}" vid="{DAA9B640-9269-43B6-8C37-C6A215F85199}"/>
    </a:ext>
  </a:extLst>
</a:theme>
</file>

<file path=ppt/theme/theme2.xml><?xml version="1.0" encoding="utf-8"?>
<a:theme xmlns:a="http://schemas.openxmlformats.org/drawingml/2006/main" name="Office Theme">
  <a:themeElements>
    <a:clrScheme name="KU 2023">
      <a:dk1>
        <a:srgbClr val="000000"/>
      </a:dk1>
      <a:lt1>
        <a:srgbClr val="FFFFFF"/>
      </a:lt1>
      <a:dk2>
        <a:srgbClr val="6E6E6E"/>
      </a:dk2>
      <a:lt2>
        <a:srgbClr val="E7E6E6"/>
      </a:lt2>
      <a:accent1>
        <a:srgbClr val="A31D20"/>
      </a:accent1>
      <a:accent2>
        <a:srgbClr val="7B7B7B"/>
      </a:accent2>
      <a:accent3>
        <a:srgbClr val="C73028"/>
      </a:accent3>
      <a:accent4>
        <a:srgbClr val="415570"/>
      </a:accent4>
      <a:accent5>
        <a:srgbClr val="197F8E"/>
      </a:accent5>
      <a:accent6>
        <a:srgbClr val="4B8324"/>
      </a:accent6>
      <a:hlink>
        <a:srgbClr val="A31D20"/>
      </a:hlink>
      <a:folHlink>
        <a:srgbClr val="000000"/>
      </a:folHlink>
    </a:clrScheme>
    <a:fontScheme name="KU 2023">
      <a:majorFont>
        <a:latin typeface="Microsoft New Tai Lue"/>
        <a:ea typeface=""/>
        <a:cs typeface=""/>
      </a:majorFont>
      <a:minorFont>
        <a:latin typeface="Microsoft New Tai L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tema">
  <a:themeElements>
    <a:clrScheme name="KU 2023">
      <a:dk1>
        <a:srgbClr val="000000"/>
      </a:dk1>
      <a:lt1>
        <a:srgbClr val="FFFFFF"/>
      </a:lt1>
      <a:dk2>
        <a:srgbClr val="6E6E6E"/>
      </a:dk2>
      <a:lt2>
        <a:srgbClr val="E7E6E6"/>
      </a:lt2>
      <a:accent1>
        <a:srgbClr val="A31D20"/>
      </a:accent1>
      <a:accent2>
        <a:srgbClr val="7B7B7B"/>
      </a:accent2>
      <a:accent3>
        <a:srgbClr val="C73028"/>
      </a:accent3>
      <a:accent4>
        <a:srgbClr val="415570"/>
      </a:accent4>
      <a:accent5>
        <a:srgbClr val="197F8E"/>
      </a:accent5>
      <a:accent6>
        <a:srgbClr val="4B8324"/>
      </a:accent6>
      <a:hlink>
        <a:srgbClr val="A31D20"/>
      </a:hlink>
      <a:folHlink>
        <a:srgbClr val="000000"/>
      </a:folHlink>
    </a:clrScheme>
    <a:fontScheme name="KU 2023">
      <a:majorFont>
        <a:latin typeface="Microsoft New Tai Lue"/>
        <a:ea typeface=""/>
        <a:cs typeface=""/>
      </a:majorFont>
      <a:minorFont>
        <a:latin typeface="Microsoft New Tai Lue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Brugerdefineret design</Template>
  <TotalTime>1741</TotalTime>
  <Words>461</Words>
  <Application>Microsoft Macintosh PowerPoint</Application>
  <PresentationFormat>Widescreen</PresentationFormat>
  <Paragraphs>51</Paragraphs>
  <Slides>11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11</vt:i4>
      </vt:variant>
    </vt:vector>
  </HeadingPairs>
  <TitlesOfParts>
    <vt:vector size="15" baseType="lpstr">
      <vt:lpstr>Arial</vt:lpstr>
      <vt:lpstr>Microsoft New Tai Lue</vt:lpstr>
      <vt:lpstr>Wingdings</vt:lpstr>
      <vt:lpstr>Brugerdefineret design</vt:lpstr>
      <vt:lpstr>Investigating Methods for Polymicrogyria Classification</vt:lpstr>
      <vt:lpstr>What did Guha et al. do?</vt:lpstr>
      <vt:lpstr>PowerPoint-præsentation</vt:lpstr>
      <vt:lpstr>PowerPoint-præsentation</vt:lpstr>
      <vt:lpstr>PowerPoint-præsentation</vt:lpstr>
      <vt:lpstr>PowerPoint-præsentation</vt:lpstr>
      <vt:lpstr>Three Methodological Errors in Guha et al.</vt:lpstr>
      <vt:lpstr>Replication — What We Did</vt:lpstr>
      <vt:lpstr>PowerPoint-præsentation</vt:lpstr>
      <vt:lpstr>PowerPoint-præsentation</vt:lpstr>
      <vt:lpstr>PowerPoint-præsentation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Holger Max Fløe Lyng</dc:creator>
  <cp:lastModifiedBy>Holger Max Fløe Lyng</cp:lastModifiedBy>
  <cp:revision>3</cp:revision>
  <dcterms:created xsi:type="dcterms:W3CDTF">2026-05-16T10:26:54Z</dcterms:created>
  <dcterms:modified xsi:type="dcterms:W3CDTF">2026-05-19T07:59:24Z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 by:">
    <vt:lpwstr>www.omnidocs.com</vt:lpwstr>
  </property>
</Properties>
</file>